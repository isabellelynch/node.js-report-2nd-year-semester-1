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1"/>
  </p:notesMasterIdLst>
  <p:handoutMasterIdLst>
    <p:handoutMasterId r:id="rId22"/>
  </p:handoutMasterIdLst>
  <p:sldIdLst>
    <p:sldId id="256" r:id="rId5"/>
    <p:sldId id="279" r:id="rId6"/>
    <p:sldId id="287" r:id="rId7"/>
    <p:sldId id="285" r:id="rId8"/>
    <p:sldId id="264" r:id="rId9"/>
    <p:sldId id="289" r:id="rId10"/>
    <p:sldId id="282" r:id="rId11"/>
    <p:sldId id="284" r:id="rId12"/>
    <p:sldId id="291" r:id="rId13"/>
    <p:sldId id="292" r:id="rId14"/>
    <p:sldId id="293" r:id="rId15"/>
    <p:sldId id="294" r:id="rId16"/>
    <p:sldId id="290" r:id="rId17"/>
    <p:sldId id="295" r:id="rId18"/>
    <p:sldId id="296" r:id="rId19"/>
    <p:sldId id="286"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C2FB"/>
    <a:srgbClr val="37196E"/>
    <a:srgbClr val="A5007A"/>
    <a:srgbClr val="CF3E4C"/>
    <a:srgbClr val="02DC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41" autoAdjust="0"/>
  </p:normalViewPr>
  <p:slideViewPr>
    <p:cSldViewPr snapToGrid="0">
      <p:cViewPr varScale="1">
        <p:scale>
          <a:sx n="105" d="100"/>
          <a:sy n="105" d="100"/>
        </p:scale>
        <p:origin x="270" y="96"/>
      </p:cViewPr>
      <p:guideLst>
        <p:guide orient="horz" pos="2160"/>
        <p:guide pos="3840"/>
      </p:guideLst>
    </p:cSldViewPr>
  </p:slideViewPr>
  <p:outlineViewPr>
    <p:cViewPr>
      <p:scale>
        <a:sx n="33" d="100"/>
        <a:sy n="33" d="100"/>
      </p:scale>
      <p:origin x="0" y="-21773"/>
    </p:cViewPr>
  </p:outlineViewPr>
  <p:notesTextViewPr>
    <p:cViewPr>
      <p:scale>
        <a:sx n="1" d="1"/>
        <a:sy n="1" d="1"/>
      </p:scale>
      <p:origin x="0" y="0"/>
    </p:cViewPr>
  </p:notesTextViewPr>
  <p:notesViewPr>
    <p:cSldViewPr snapToGrid="0">
      <p:cViewPr>
        <p:scale>
          <a:sx n="1" d="2"/>
          <a:sy n="1" d="2"/>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D1A5C42-4636-4A6A-9001-CA7CD97B08E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9CC57720-6EA2-4C0E-AB19-0A22BCDB839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37D70DC-E6D5-4048-8AC5-67F4E92F0736}" type="datetimeFigureOut">
              <a:rPr lang="en-US" smtClean="0"/>
              <a:t>11/6/2025</a:t>
            </a:fld>
            <a:endParaRPr lang="en-US" dirty="0"/>
          </a:p>
        </p:txBody>
      </p:sp>
      <p:sp>
        <p:nvSpPr>
          <p:cNvPr id="4" name="Footer Placeholder 3">
            <a:extLst>
              <a:ext uri="{FF2B5EF4-FFF2-40B4-BE49-F238E27FC236}">
                <a16:creationId xmlns:a16="http://schemas.microsoft.com/office/drawing/2014/main" id="{E34AC616-D2D2-4742-9683-2A537932A10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6A7EE012-E187-4EEE-9C2F-2125BF40862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481155F-8354-4019-9356-1A95703B072D}" type="slidenum">
              <a:rPr lang="en-US" smtClean="0"/>
              <a:t>‹#›</a:t>
            </a:fld>
            <a:endParaRPr lang="en-US" dirty="0"/>
          </a:p>
        </p:txBody>
      </p:sp>
    </p:spTree>
    <p:extLst>
      <p:ext uri="{BB962C8B-B14F-4D97-AF65-F5344CB8AC3E}">
        <p14:creationId xmlns:p14="http://schemas.microsoft.com/office/powerpoint/2010/main" val="25946059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56C02F-3406-42DD-8956-B66C2D710E25}" type="datetimeFigureOut">
              <a:rPr lang="en-US" smtClean="0"/>
              <a:t>11/6/2025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71D96E-4CA2-485E-9EE5-CEB7143ACC3B}" type="slidenum">
              <a:rPr lang="en-US" smtClean="0"/>
              <a:t>‹#›</a:t>
            </a:fld>
            <a:endParaRPr lang="en-US" dirty="0"/>
          </a:p>
        </p:txBody>
      </p:sp>
    </p:spTree>
    <p:extLst>
      <p:ext uri="{BB962C8B-B14F-4D97-AF65-F5344CB8AC3E}">
        <p14:creationId xmlns:p14="http://schemas.microsoft.com/office/powerpoint/2010/main" val="35111850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071D96E-4CA2-485E-9EE5-CEB7143ACC3B}" type="slidenum">
              <a:rPr lang="en-US" smtClean="0"/>
              <a:t>2</a:t>
            </a:fld>
            <a:endParaRPr lang="en-US" dirty="0"/>
          </a:p>
        </p:txBody>
      </p:sp>
    </p:spTree>
    <p:extLst>
      <p:ext uri="{BB962C8B-B14F-4D97-AF65-F5344CB8AC3E}">
        <p14:creationId xmlns:p14="http://schemas.microsoft.com/office/powerpoint/2010/main" val="24033286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071D96E-4CA2-485E-9EE5-CEB7143ACC3B}" type="slidenum">
              <a:rPr lang="en-US" smtClean="0"/>
              <a:t>4</a:t>
            </a:fld>
            <a:endParaRPr lang="en-US" dirty="0"/>
          </a:p>
        </p:txBody>
      </p:sp>
    </p:spTree>
    <p:extLst>
      <p:ext uri="{BB962C8B-B14F-4D97-AF65-F5344CB8AC3E}">
        <p14:creationId xmlns:p14="http://schemas.microsoft.com/office/powerpoint/2010/main" val="33263298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071D96E-4CA2-485E-9EE5-CEB7143ACC3B}" type="slidenum">
              <a:rPr lang="en-US" smtClean="0"/>
              <a:t>9</a:t>
            </a:fld>
            <a:endParaRPr lang="en-US" dirty="0"/>
          </a:p>
        </p:txBody>
      </p:sp>
    </p:spTree>
    <p:extLst>
      <p:ext uri="{BB962C8B-B14F-4D97-AF65-F5344CB8AC3E}">
        <p14:creationId xmlns:p14="http://schemas.microsoft.com/office/powerpoint/2010/main" val="31058942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8E154-FC08-DA0D-8173-C3C97B6560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B63A8C-551A-5469-7992-06BBCD8310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724A66-A2E1-736F-759D-B1D338F51E7B}"/>
              </a:ext>
            </a:extLst>
          </p:cNvPr>
          <p:cNvSpPr>
            <a:spLocks noGrp="1"/>
          </p:cNvSpPr>
          <p:nvPr>
            <p:ph type="body" idx="1"/>
          </p:nvPr>
        </p:nvSpPr>
        <p:spPr/>
        <p:txBody>
          <a:bodyPr/>
          <a:lstStyle/>
          <a:p>
            <a:endParaRPr lang="en-IE" dirty="0"/>
          </a:p>
        </p:txBody>
      </p:sp>
      <p:sp>
        <p:nvSpPr>
          <p:cNvPr id="4" name="Slide Number Placeholder 3">
            <a:extLst>
              <a:ext uri="{FF2B5EF4-FFF2-40B4-BE49-F238E27FC236}">
                <a16:creationId xmlns:a16="http://schemas.microsoft.com/office/drawing/2014/main" id="{F7F60873-139D-2B07-DD62-A7308C08DC0C}"/>
              </a:ext>
            </a:extLst>
          </p:cNvPr>
          <p:cNvSpPr>
            <a:spLocks noGrp="1"/>
          </p:cNvSpPr>
          <p:nvPr>
            <p:ph type="sldNum" sz="quarter" idx="5"/>
          </p:nvPr>
        </p:nvSpPr>
        <p:spPr/>
        <p:txBody>
          <a:bodyPr/>
          <a:lstStyle/>
          <a:p>
            <a:fld id="{5071D96E-4CA2-485E-9EE5-CEB7143ACC3B}" type="slidenum">
              <a:rPr lang="en-US" smtClean="0"/>
              <a:t>14</a:t>
            </a:fld>
            <a:endParaRPr lang="en-US" dirty="0"/>
          </a:p>
        </p:txBody>
      </p:sp>
    </p:spTree>
    <p:extLst>
      <p:ext uri="{BB962C8B-B14F-4D97-AF65-F5344CB8AC3E}">
        <p14:creationId xmlns:p14="http://schemas.microsoft.com/office/powerpoint/2010/main" val="162140051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E7FFE5B-C2CA-473D-8FCA-B26579CCBAAF}"/>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8" name="Picture Placeholder 7">
            <a:extLst>
              <a:ext uri="{FF2B5EF4-FFF2-40B4-BE49-F238E27FC236}">
                <a16:creationId xmlns:a16="http://schemas.microsoft.com/office/drawing/2014/main" id="{5FF4BA3E-4135-4F80-B1C8-C84CDF7C54AB}"/>
              </a:ext>
            </a:extLst>
          </p:cNvPr>
          <p:cNvSpPr>
            <a:spLocks noGrp="1"/>
          </p:cNvSpPr>
          <p:nvPr>
            <p:ph type="pic" sz="quarter" idx="13" hasCustomPrompt="1"/>
          </p:nvPr>
        </p:nvSpPr>
        <p:spPr>
          <a:xfrm flipH="1">
            <a:off x="752100" y="739303"/>
            <a:ext cx="6825035" cy="5379395"/>
          </a:xfrm>
        </p:spPr>
        <p:txBody>
          <a:bodyPr/>
          <a:lstStyle>
            <a:lvl1pPr marL="0" indent="0" algn="ctr">
              <a:buNone/>
              <a:defRPr>
                <a:solidFill>
                  <a:schemeClr val="bg1"/>
                </a:solidFill>
              </a:defRPr>
            </a:lvl1pPr>
          </a:lstStyle>
          <a:p>
            <a:r>
              <a:rPr lang="en-US" dirty="0"/>
              <a:t>Click to add photo</a:t>
            </a:r>
          </a:p>
        </p:txBody>
      </p:sp>
      <p:sp>
        <p:nvSpPr>
          <p:cNvPr id="2" name="Title 1">
            <a:extLst>
              <a:ext uri="{FF2B5EF4-FFF2-40B4-BE49-F238E27FC236}">
                <a16:creationId xmlns:a16="http://schemas.microsoft.com/office/drawing/2014/main" id="{D5CAABB7-A562-4A3F-9DDF-2CE3D13726D1}"/>
              </a:ext>
            </a:extLst>
          </p:cNvPr>
          <p:cNvSpPr>
            <a:spLocks noGrp="1"/>
          </p:cNvSpPr>
          <p:nvPr>
            <p:ph type="title" hasCustomPrompt="1"/>
          </p:nvPr>
        </p:nvSpPr>
        <p:spPr>
          <a:xfrm>
            <a:off x="6322977" y="1663435"/>
            <a:ext cx="5869021" cy="2003898"/>
          </a:xfrm>
          <a:solidFill>
            <a:schemeClr val="accent2">
              <a:alpha val="80000"/>
            </a:schemeClr>
          </a:solidFill>
        </p:spPr>
        <p:txBody>
          <a:bodyPr lIns="557784" tIns="530352" anchor="t">
            <a:noAutofit/>
          </a:bodyPr>
          <a:lstStyle>
            <a:lvl1pPr algn="l">
              <a:lnSpc>
                <a:spcPct val="80000"/>
              </a:lnSpc>
              <a:defRPr sz="5400" cap="all" spc="400" baseline="0">
                <a:ln w="19050">
                  <a:solidFill>
                    <a:schemeClr val="accent5"/>
                  </a:solidFill>
                </a:ln>
              </a:defRPr>
            </a:lvl1pPr>
          </a:lstStyle>
          <a:p>
            <a:r>
              <a:rPr lang="en-US" dirty="0"/>
              <a:t>Click to add title</a:t>
            </a:r>
          </a:p>
        </p:txBody>
      </p:sp>
      <p:sp>
        <p:nvSpPr>
          <p:cNvPr id="14" name="Text Placeholder 17">
            <a:extLst>
              <a:ext uri="{FF2B5EF4-FFF2-40B4-BE49-F238E27FC236}">
                <a16:creationId xmlns:a16="http://schemas.microsoft.com/office/drawing/2014/main" id="{D15807FE-36E0-49EF-93A4-5B9AD83871B6}"/>
              </a:ext>
            </a:extLst>
          </p:cNvPr>
          <p:cNvSpPr>
            <a:spLocks noGrp="1"/>
          </p:cNvSpPr>
          <p:nvPr>
            <p:ph type="body" sz="quarter" idx="15" hasCustomPrompt="1"/>
          </p:nvPr>
        </p:nvSpPr>
        <p:spPr>
          <a:xfrm>
            <a:off x="6822159" y="2878246"/>
            <a:ext cx="4925188" cy="339247"/>
          </a:xfrm>
        </p:spPr>
        <p:txBody>
          <a:bodyPr>
            <a:noAutofit/>
          </a:bodyPr>
          <a:lstStyle>
            <a:lvl1pPr marL="0" indent="0" algn="l">
              <a:buNone/>
              <a:defRPr sz="2400" spc="100" baseline="0">
                <a:solidFill>
                  <a:schemeClr val="accent5"/>
                </a:solidFill>
              </a:defRPr>
            </a:lvl1pPr>
          </a:lstStyle>
          <a:p>
            <a:pPr lvl="0"/>
            <a:r>
              <a:rPr lang="en-US"/>
              <a:t>Click to add name</a:t>
            </a:r>
          </a:p>
        </p:txBody>
      </p:sp>
    </p:spTree>
    <p:extLst>
      <p:ext uri="{BB962C8B-B14F-4D97-AF65-F5344CB8AC3E}">
        <p14:creationId xmlns:p14="http://schemas.microsoft.com/office/powerpoint/2010/main" val="35235163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bout Us">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99B8705-C027-4E12-892E-C32FF13296F1}"/>
              </a:ext>
            </a:extLst>
          </p:cNvPr>
          <p:cNvPicPr>
            <a:picLocks noChangeAspect="1"/>
          </p:cNvPicPr>
          <p:nvPr userDrawn="1"/>
        </p:nvPicPr>
        <p:blipFill>
          <a:blip r:embed="rId2"/>
          <a:stretch>
            <a:fillRect/>
          </a:stretch>
        </p:blipFill>
        <p:spPr>
          <a:xfrm>
            <a:off x="1690" y="0"/>
            <a:ext cx="12188620" cy="6858000"/>
          </a:xfrm>
          <a:prstGeom prst="rect">
            <a:avLst/>
          </a:prstGeom>
        </p:spPr>
      </p:pic>
      <p:sp>
        <p:nvSpPr>
          <p:cNvPr id="7" name="Picture Placeholder 7">
            <a:extLst>
              <a:ext uri="{FF2B5EF4-FFF2-40B4-BE49-F238E27FC236}">
                <a16:creationId xmlns:a16="http://schemas.microsoft.com/office/drawing/2014/main" id="{ED685DB5-FA77-4C19-88B8-5A8D733B42BC}"/>
              </a:ext>
            </a:extLst>
          </p:cNvPr>
          <p:cNvSpPr>
            <a:spLocks noGrp="1"/>
          </p:cNvSpPr>
          <p:nvPr>
            <p:ph type="pic" sz="quarter" idx="13" hasCustomPrompt="1"/>
          </p:nvPr>
        </p:nvSpPr>
        <p:spPr>
          <a:xfrm flipH="1">
            <a:off x="5012530" y="0"/>
            <a:ext cx="7196138" cy="6867376"/>
          </a:xfrm>
        </p:spPr>
        <p:txBody>
          <a:bodyPr/>
          <a:lstStyle>
            <a:lvl1pPr marL="0" indent="0" algn="ctr">
              <a:buNone/>
              <a:defRPr>
                <a:solidFill>
                  <a:schemeClr val="bg1"/>
                </a:solidFill>
              </a:defRPr>
            </a:lvl1pPr>
          </a:lstStyle>
          <a:p>
            <a:r>
              <a:rPr lang="en-US" dirty="0"/>
              <a:t>Click to add photo</a:t>
            </a:r>
          </a:p>
        </p:txBody>
      </p:sp>
      <p:sp>
        <p:nvSpPr>
          <p:cNvPr id="4" name="Date Placeholder 3">
            <a:extLst>
              <a:ext uri="{FF2B5EF4-FFF2-40B4-BE49-F238E27FC236}">
                <a16:creationId xmlns:a16="http://schemas.microsoft.com/office/drawing/2014/main" id="{6346919B-FFF8-4FED-8A44-48A7E600EB60}"/>
              </a:ext>
            </a:extLst>
          </p:cNvPr>
          <p:cNvSpPr>
            <a:spLocks noGrp="1"/>
          </p:cNvSpPr>
          <p:nvPr>
            <p:ph type="dt" sz="half" idx="10"/>
          </p:nvPr>
        </p:nvSpPr>
        <p:spPr/>
        <p:txBody>
          <a:bodyPr/>
          <a:lstStyle/>
          <a:p>
            <a:r>
              <a:rPr lang="en-US"/>
              <a:t>8/06/20XX</a:t>
            </a:r>
            <a:endParaRPr lang="en-US" dirty="0"/>
          </a:p>
        </p:txBody>
      </p:sp>
      <p:sp>
        <p:nvSpPr>
          <p:cNvPr id="5" name="Footer Placeholder 4">
            <a:extLst>
              <a:ext uri="{FF2B5EF4-FFF2-40B4-BE49-F238E27FC236}">
                <a16:creationId xmlns:a16="http://schemas.microsoft.com/office/drawing/2014/main" id="{C6DF28B0-8A34-4E86-9FE3-20BD880CD9C3}"/>
              </a:ext>
            </a:extLst>
          </p:cNvPr>
          <p:cNvSpPr>
            <a:spLocks noGrp="1"/>
          </p:cNvSpPr>
          <p:nvPr>
            <p:ph type="ftr" sz="quarter" idx="11"/>
          </p:nvPr>
        </p:nvSpPr>
        <p:spPr/>
        <p:txBody>
          <a:bodyPr/>
          <a:lstStyle/>
          <a:p>
            <a:r>
              <a:rPr lang="en-US"/>
              <a:t>PITCH DECK</a:t>
            </a:r>
            <a:endParaRPr lang="en-US" dirty="0"/>
          </a:p>
        </p:txBody>
      </p:sp>
      <p:sp>
        <p:nvSpPr>
          <p:cNvPr id="6" name="Slide Number Placeholder 5">
            <a:extLst>
              <a:ext uri="{FF2B5EF4-FFF2-40B4-BE49-F238E27FC236}">
                <a16:creationId xmlns:a16="http://schemas.microsoft.com/office/drawing/2014/main" id="{D4BE1CCB-96B6-4D9F-A932-D0EBDBD7DA45}"/>
              </a:ext>
            </a:extLst>
          </p:cNvPr>
          <p:cNvSpPr>
            <a:spLocks noGrp="1"/>
          </p:cNvSpPr>
          <p:nvPr>
            <p:ph type="sldNum" sz="quarter" idx="12"/>
          </p:nvPr>
        </p:nvSpPr>
        <p:spPr/>
        <p:txBody>
          <a:bodyPr/>
          <a:lstStyle/>
          <a:p>
            <a:fld id="{A402E4C0-AD5E-4E8C-9F21-7CCE474BDCEB}" type="slidenum">
              <a:rPr lang="en-US" smtClean="0"/>
              <a:t>‹#›</a:t>
            </a:fld>
            <a:endParaRPr lang="en-US" dirty="0"/>
          </a:p>
        </p:txBody>
      </p:sp>
      <p:sp>
        <p:nvSpPr>
          <p:cNvPr id="3" name="Title 2">
            <a:extLst>
              <a:ext uri="{FF2B5EF4-FFF2-40B4-BE49-F238E27FC236}">
                <a16:creationId xmlns:a16="http://schemas.microsoft.com/office/drawing/2014/main" id="{1F7CB735-9F66-41A8-8F1D-4B66FE1D1153}"/>
              </a:ext>
            </a:extLst>
          </p:cNvPr>
          <p:cNvSpPr>
            <a:spLocks noGrp="1"/>
          </p:cNvSpPr>
          <p:nvPr>
            <p:ph type="title" hasCustomPrompt="1"/>
          </p:nvPr>
        </p:nvSpPr>
        <p:spPr>
          <a:xfrm>
            <a:off x="-2" y="1672143"/>
            <a:ext cx="6019802" cy="3513714"/>
          </a:xfrm>
          <a:solidFill>
            <a:schemeClr val="accent6">
              <a:alpha val="80000"/>
            </a:schemeClr>
          </a:solidFill>
        </p:spPr>
        <p:txBody>
          <a:bodyPr lIns="676656" tIns="795528" anchor="t">
            <a:normAutofit/>
          </a:bodyPr>
          <a:lstStyle>
            <a:lvl1pPr>
              <a:defRPr sz="2800"/>
            </a:lvl1pPr>
          </a:lstStyle>
          <a:p>
            <a:r>
              <a:rPr lang="en-US" dirty="0"/>
              <a:t>Click to add title</a:t>
            </a:r>
          </a:p>
        </p:txBody>
      </p:sp>
      <p:sp>
        <p:nvSpPr>
          <p:cNvPr id="11" name="Text Placeholder 17">
            <a:extLst>
              <a:ext uri="{FF2B5EF4-FFF2-40B4-BE49-F238E27FC236}">
                <a16:creationId xmlns:a16="http://schemas.microsoft.com/office/drawing/2014/main" id="{4A51F916-D1A0-40B2-A894-1C597A7AAFBF}"/>
              </a:ext>
            </a:extLst>
          </p:cNvPr>
          <p:cNvSpPr>
            <a:spLocks noGrp="1"/>
          </p:cNvSpPr>
          <p:nvPr>
            <p:ph type="body" sz="quarter" idx="15" hasCustomPrompt="1"/>
          </p:nvPr>
        </p:nvSpPr>
        <p:spPr>
          <a:xfrm>
            <a:off x="594575" y="3007594"/>
            <a:ext cx="4850550" cy="1731145"/>
          </a:xfrm>
        </p:spPr>
        <p:txBody>
          <a:bodyPr>
            <a:noAutofit/>
          </a:bodyPr>
          <a:lstStyle>
            <a:lvl1pPr marL="0" indent="0" algn="l">
              <a:lnSpc>
                <a:spcPct val="125000"/>
              </a:lnSpc>
              <a:buNone/>
              <a:defRPr sz="1400" spc="100" baseline="0">
                <a:solidFill>
                  <a:schemeClr val="accent2"/>
                </a:solidFill>
              </a:defRPr>
            </a:lvl1pPr>
          </a:lstStyle>
          <a:p>
            <a:pPr lvl="0"/>
            <a:r>
              <a:rPr lang="en-US" dirty="0"/>
              <a:t>Click to add text</a:t>
            </a:r>
          </a:p>
        </p:txBody>
      </p:sp>
    </p:spTree>
    <p:extLst>
      <p:ext uri="{BB962C8B-B14F-4D97-AF65-F5344CB8AC3E}">
        <p14:creationId xmlns:p14="http://schemas.microsoft.com/office/powerpoint/2010/main" val="123619509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roblem">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B95BA1F-6B83-4358-A202-FD15470976A9}"/>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4" name="Date Placeholder 3">
            <a:extLst>
              <a:ext uri="{FF2B5EF4-FFF2-40B4-BE49-F238E27FC236}">
                <a16:creationId xmlns:a16="http://schemas.microsoft.com/office/drawing/2014/main" id="{A35C10F8-CB40-4BDD-AA21-7DDC300FE73E}"/>
              </a:ext>
            </a:extLst>
          </p:cNvPr>
          <p:cNvSpPr>
            <a:spLocks noGrp="1"/>
          </p:cNvSpPr>
          <p:nvPr>
            <p:ph type="dt" sz="half" idx="10"/>
          </p:nvPr>
        </p:nvSpPr>
        <p:spPr/>
        <p:txBody>
          <a:bodyPr/>
          <a:lstStyle/>
          <a:p>
            <a:r>
              <a:rPr lang="en-US"/>
              <a:t>8/06/20XX</a:t>
            </a:r>
            <a:endParaRPr lang="en-US" dirty="0"/>
          </a:p>
        </p:txBody>
      </p:sp>
      <p:sp>
        <p:nvSpPr>
          <p:cNvPr id="5" name="Footer Placeholder 4">
            <a:extLst>
              <a:ext uri="{FF2B5EF4-FFF2-40B4-BE49-F238E27FC236}">
                <a16:creationId xmlns:a16="http://schemas.microsoft.com/office/drawing/2014/main" id="{434969F5-F9D0-4A38-8C6C-86005388F51D}"/>
              </a:ext>
            </a:extLst>
          </p:cNvPr>
          <p:cNvSpPr>
            <a:spLocks noGrp="1"/>
          </p:cNvSpPr>
          <p:nvPr>
            <p:ph type="ftr" sz="quarter" idx="11"/>
          </p:nvPr>
        </p:nvSpPr>
        <p:spPr/>
        <p:txBody>
          <a:bodyPr/>
          <a:lstStyle/>
          <a:p>
            <a:r>
              <a:rPr lang="en-US"/>
              <a:t>PITCH DECK</a:t>
            </a:r>
            <a:endParaRPr lang="en-US" dirty="0"/>
          </a:p>
        </p:txBody>
      </p:sp>
      <p:sp>
        <p:nvSpPr>
          <p:cNvPr id="6" name="Slide Number Placeholder 5">
            <a:extLst>
              <a:ext uri="{FF2B5EF4-FFF2-40B4-BE49-F238E27FC236}">
                <a16:creationId xmlns:a16="http://schemas.microsoft.com/office/drawing/2014/main" id="{7CC33B3F-10CE-4363-805C-361CA49414B4}"/>
              </a:ext>
            </a:extLst>
          </p:cNvPr>
          <p:cNvSpPr>
            <a:spLocks noGrp="1"/>
          </p:cNvSpPr>
          <p:nvPr>
            <p:ph type="sldNum" sz="quarter" idx="12"/>
          </p:nvPr>
        </p:nvSpPr>
        <p:spPr/>
        <p:txBody>
          <a:bodyPr/>
          <a:lstStyle/>
          <a:p>
            <a:fld id="{A402E4C0-AD5E-4E8C-9F21-7CCE474BDCEB}" type="slidenum">
              <a:rPr lang="en-US" smtClean="0"/>
              <a:t>‹#›</a:t>
            </a:fld>
            <a:endParaRPr lang="en-US" dirty="0"/>
          </a:p>
        </p:txBody>
      </p:sp>
      <p:sp>
        <p:nvSpPr>
          <p:cNvPr id="13" name="Picture Placeholder 7">
            <a:extLst>
              <a:ext uri="{FF2B5EF4-FFF2-40B4-BE49-F238E27FC236}">
                <a16:creationId xmlns:a16="http://schemas.microsoft.com/office/drawing/2014/main" id="{8EABAB15-C887-420D-92A1-24DBD62EE558}"/>
              </a:ext>
            </a:extLst>
          </p:cNvPr>
          <p:cNvSpPr>
            <a:spLocks noGrp="1"/>
          </p:cNvSpPr>
          <p:nvPr>
            <p:ph type="pic" sz="quarter" idx="13" hasCustomPrompt="1"/>
          </p:nvPr>
        </p:nvSpPr>
        <p:spPr>
          <a:xfrm flipH="1">
            <a:off x="0" y="729926"/>
            <a:ext cx="3581400" cy="5388772"/>
          </a:xfrm>
        </p:spPr>
        <p:txBody>
          <a:bodyPr/>
          <a:lstStyle>
            <a:lvl1pPr marL="0" indent="0" algn="ctr">
              <a:buNone/>
              <a:defRPr>
                <a:solidFill>
                  <a:schemeClr val="bg1"/>
                </a:solidFill>
              </a:defRPr>
            </a:lvl1pPr>
          </a:lstStyle>
          <a:p>
            <a:r>
              <a:rPr lang="en-US" dirty="0"/>
              <a:t>Click to add photo</a:t>
            </a:r>
          </a:p>
        </p:txBody>
      </p:sp>
      <p:sp>
        <p:nvSpPr>
          <p:cNvPr id="16" name="Text Placeholder 14">
            <a:extLst>
              <a:ext uri="{FF2B5EF4-FFF2-40B4-BE49-F238E27FC236}">
                <a16:creationId xmlns:a16="http://schemas.microsoft.com/office/drawing/2014/main" id="{F7E8EA93-3F05-4D28-8B15-91D6789458B4}"/>
              </a:ext>
            </a:extLst>
          </p:cNvPr>
          <p:cNvSpPr>
            <a:spLocks noGrp="1"/>
          </p:cNvSpPr>
          <p:nvPr>
            <p:ph type="body" sz="quarter" idx="16" hasCustomPrompt="1"/>
          </p:nvPr>
        </p:nvSpPr>
        <p:spPr>
          <a:xfrm>
            <a:off x="6746476" y="1921400"/>
            <a:ext cx="2289974" cy="365125"/>
          </a:xfrm>
          <a:prstGeom prst="rect">
            <a:avLst/>
          </a:prstGeom>
        </p:spPr>
        <p:txBody>
          <a:bodyPr/>
          <a:lstStyle>
            <a:lvl1pPr marL="0" indent="0">
              <a:buNone/>
              <a:defRPr sz="1600" cap="all" spc="200" baseline="0">
                <a:solidFill>
                  <a:schemeClr val="accent5"/>
                </a:solidFill>
                <a:latin typeface="+mj-lt"/>
              </a:defRPr>
            </a:lvl1pPr>
          </a:lstStyle>
          <a:p>
            <a:pPr lvl="0"/>
            <a:r>
              <a:rPr lang="en-US" dirty="0"/>
              <a:t>Click to add title</a:t>
            </a:r>
          </a:p>
        </p:txBody>
      </p:sp>
      <p:sp>
        <p:nvSpPr>
          <p:cNvPr id="17" name="Text Placeholder 14">
            <a:extLst>
              <a:ext uri="{FF2B5EF4-FFF2-40B4-BE49-F238E27FC236}">
                <a16:creationId xmlns:a16="http://schemas.microsoft.com/office/drawing/2014/main" id="{B4EBCE5D-8795-44C7-8196-051689C6FE2A}"/>
              </a:ext>
            </a:extLst>
          </p:cNvPr>
          <p:cNvSpPr>
            <a:spLocks noGrp="1"/>
          </p:cNvSpPr>
          <p:nvPr>
            <p:ph type="body" sz="quarter" idx="17" hasCustomPrompt="1"/>
          </p:nvPr>
        </p:nvSpPr>
        <p:spPr>
          <a:xfrm>
            <a:off x="6746476" y="2245710"/>
            <a:ext cx="2289974" cy="1739538"/>
          </a:xfrm>
          <a:prstGeom prst="rect">
            <a:avLst/>
          </a:prstGeom>
        </p:spPr>
        <p:txBody>
          <a:bodyPr>
            <a:normAutofit/>
          </a:bodyPr>
          <a:lstStyle>
            <a:lvl1pPr marL="0" indent="0">
              <a:lnSpc>
                <a:spcPct val="114000"/>
              </a:lnSpc>
              <a:spcBef>
                <a:spcPts val="0"/>
              </a:spcBef>
              <a:buNone/>
              <a:defRPr sz="1400" cap="none" spc="0" baseline="0">
                <a:solidFill>
                  <a:schemeClr val="bg1"/>
                </a:solidFill>
                <a:latin typeface="+mn-lt"/>
              </a:defRPr>
            </a:lvl1pPr>
          </a:lstStyle>
          <a:p>
            <a:pPr lvl="0"/>
            <a:r>
              <a:rPr lang="en-US"/>
              <a:t>Click to add text</a:t>
            </a:r>
          </a:p>
        </p:txBody>
      </p:sp>
      <p:sp>
        <p:nvSpPr>
          <p:cNvPr id="18" name="Text Placeholder 14">
            <a:extLst>
              <a:ext uri="{FF2B5EF4-FFF2-40B4-BE49-F238E27FC236}">
                <a16:creationId xmlns:a16="http://schemas.microsoft.com/office/drawing/2014/main" id="{195044F5-86E3-4A1C-B3C8-6E3422E5B418}"/>
              </a:ext>
            </a:extLst>
          </p:cNvPr>
          <p:cNvSpPr>
            <a:spLocks noGrp="1"/>
          </p:cNvSpPr>
          <p:nvPr>
            <p:ph type="body" sz="quarter" idx="18" hasCustomPrompt="1"/>
          </p:nvPr>
        </p:nvSpPr>
        <p:spPr>
          <a:xfrm>
            <a:off x="4065518" y="2245710"/>
            <a:ext cx="2289974" cy="1739538"/>
          </a:xfrm>
          <a:prstGeom prst="rect">
            <a:avLst/>
          </a:prstGeom>
        </p:spPr>
        <p:txBody>
          <a:bodyPr>
            <a:normAutofit/>
          </a:bodyPr>
          <a:lstStyle>
            <a:lvl1pPr marL="0" indent="0">
              <a:lnSpc>
                <a:spcPct val="114000"/>
              </a:lnSpc>
              <a:spcBef>
                <a:spcPts val="0"/>
              </a:spcBef>
              <a:buNone/>
              <a:defRPr sz="1400" cap="none" spc="0" baseline="0">
                <a:solidFill>
                  <a:schemeClr val="bg1"/>
                </a:solidFill>
                <a:latin typeface="+mn-lt"/>
              </a:defRPr>
            </a:lvl1pPr>
          </a:lstStyle>
          <a:p>
            <a:pPr lvl="0"/>
            <a:r>
              <a:rPr lang="en-US" dirty="0"/>
              <a:t>Click to add text</a:t>
            </a:r>
          </a:p>
        </p:txBody>
      </p:sp>
      <p:sp>
        <p:nvSpPr>
          <p:cNvPr id="19" name="Text Placeholder 14">
            <a:extLst>
              <a:ext uri="{FF2B5EF4-FFF2-40B4-BE49-F238E27FC236}">
                <a16:creationId xmlns:a16="http://schemas.microsoft.com/office/drawing/2014/main" id="{4C9BA1BF-0690-4DB5-9BBC-31D1948D82A8}"/>
              </a:ext>
            </a:extLst>
          </p:cNvPr>
          <p:cNvSpPr>
            <a:spLocks noGrp="1"/>
          </p:cNvSpPr>
          <p:nvPr>
            <p:ph type="body" sz="quarter" idx="19" hasCustomPrompt="1"/>
          </p:nvPr>
        </p:nvSpPr>
        <p:spPr>
          <a:xfrm>
            <a:off x="6746476" y="4443157"/>
            <a:ext cx="2289974" cy="1463249"/>
          </a:xfrm>
          <a:prstGeom prst="rect">
            <a:avLst/>
          </a:prstGeom>
        </p:spPr>
        <p:txBody>
          <a:bodyPr>
            <a:normAutofit/>
          </a:bodyPr>
          <a:lstStyle>
            <a:lvl1pPr marL="0" indent="0">
              <a:lnSpc>
                <a:spcPct val="114000"/>
              </a:lnSpc>
              <a:spcBef>
                <a:spcPts val="0"/>
              </a:spcBef>
              <a:buNone/>
              <a:defRPr sz="1400" cap="none" spc="0" baseline="0">
                <a:solidFill>
                  <a:schemeClr val="bg1"/>
                </a:solidFill>
                <a:latin typeface="+mn-lt"/>
              </a:defRPr>
            </a:lvl1pPr>
          </a:lstStyle>
          <a:p>
            <a:pPr lvl="0"/>
            <a:r>
              <a:rPr lang="en-US" dirty="0"/>
              <a:t>Click to add text</a:t>
            </a:r>
          </a:p>
        </p:txBody>
      </p:sp>
      <p:sp>
        <p:nvSpPr>
          <p:cNvPr id="20" name="Text Placeholder 14">
            <a:extLst>
              <a:ext uri="{FF2B5EF4-FFF2-40B4-BE49-F238E27FC236}">
                <a16:creationId xmlns:a16="http://schemas.microsoft.com/office/drawing/2014/main" id="{0D187952-9422-42DE-B163-B764E0D09925}"/>
              </a:ext>
            </a:extLst>
          </p:cNvPr>
          <p:cNvSpPr>
            <a:spLocks noGrp="1"/>
          </p:cNvSpPr>
          <p:nvPr>
            <p:ph type="body" sz="quarter" idx="20" hasCustomPrompt="1"/>
          </p:nvPr>
        </p:nvSpPr>
        <p:spPr>
          <a:xfrm>
            <a:off x="4065519" y="4451209"/>
            <a:ext cx="2289972" cy="1457161"/>
          </a:xfrm>
          <a:prstGeom prst="rect">
            <a:avLst/>
          </a:prstGeom>
        </p:spPr>
        <p:txBody>
          <a:bodyPr>
            <a:normAutofit/>
          </a:bodyPr>
          <a:lstStyle>
            <a:lvl1pPr marL="0" indent="0">
              <a:lnSpc>
                <a:spcPct val="114000"/>
              </a:lnSpc>
              <a:spcBef>
                <a:spcPts val="0"/>
              </a:spcBef>
              <a:buNone/>
              <a:defRPr sz="1400" cap="none" spc="0" baseline="0">
                <a:solidFill>
                  <a:schemeClr val="bg1"/>
                </a:solidFill>
                <a:latin typeface="+mn-lt"/>
              </a:defRPr>
            </a:lvl1pPr>
          </a:lstStyle>
          <a:p>
            <a:pPr lvl="0"/>
            <a:r>
              <a:rPr lang="en-US"/>
              <a:t>Click to add text</a:t>
            </a:r>
          </a:p>
        </p:txBody>
      </p:sp>
      <p:sp>
        <p:nvSpPr>
          <p:cNvPr id="21" name="Text Placeholder 14">
            <a:extLst>
              <a:ext uri="{FF2B5EF4-FFF2-40B4-BE49-F238E27FC236}">
                <a16:creationId xmlns:a16="http://schemas.microsoft.com/office/drawing/2014/main" id="{54291470-2EE9-46D8-8083-E4523DCE52BB}"/>
              </a:ext>
            </a:extLst>
          </p:cNvPr>
          <p:cNvSpPr>
            <a:spLocks noGrp="1"/>
          </p:cNvSpPr>
          <p:nvPr>
            <p:ph type="body" sz="quarter" idx="22" hasCustomPrompt="1"/>
          </p:nvPr>
        </p:nvSpPr>
        <p:spPr>
          <a:xfrm>
            <a:off x="4065517" y="1921400"/>
            <a:ext cx="2289974" cy="365125"/>
          </a:xfrm>
          <a:prstGeom prst="rect">
            <a:avLst/>
          </a:prstGeom>
        </p:spPr>
        <p:txBody>
          <a:bodyPr/>
          <a:lstStyle>
            <a:lvl1pPr marL="0" indent="0">
              <a:buNone/>
              <a:defRPr sz="1600" cap="all" spc="200" baseline="0">
                <a:solidFill>
                  <a:schemeClr val="accent5"/>
                </a:solidFill>
                <a:latin typeface="+mj-lt"/>
              </a:defRPr>
            </a:lvl1pPr>
          </a:lstStyle>
          <a:p>
            <a:pPr lvl="0"/>
            <a:r>
              <a:rPr lang="en-US"/>
              <a:t>Click to add title</a:t>
            </a:r>
          </a:p>
        </p:txBody>
      </p:sp>
      <p:sp>
        <p:nvSpPr>
          <p:cNvPr id="22" name="Text Placeholder 14">
            <a:extLst>
              <a:ext uri="{FF2B5EF4-FFF2-40B4-BE49-F238E27FC236}">
                <a16:creationId xmlns:a16="http://schemas.microsoft.com/office/drawing/2014/main" id="{17B8E7E2-50C1-429D-A8C5-C098CDADCF3F}"/>
              </a:ext>
            </a:extLst>
          </p:cNvPr>
          <p:cNvSpPr>
            <a:spLocks noGrp="1"/>
          </p:cNvSpPr>
          <p:nvPr>
            <p:ph type="body" sz="quarter" idx="23" hasCustomPrompt="1"/>
          </p:nvPr>
        </p:nvSpPr>
        <p:spPr>
          <a:xfrm>
            <a:off x="6746476" y="4118846"/>
            <a:ext cx="2289974" cy="365125"/>
          </a:xfrm>
          <a:prstGeom prst="rect">
            <a:avLst/>
          </a:prstGeom>
        </p:spPr>
        <p:txBody>
          <a:bodyPr/>
          <a:lstStyle>
            <a:lvl1pPr marL="0" indent="0">
              <a:buNone/>
              <a:defRPr sz="1600" cap="all" spc="200" baseline="0">
                <a:solidFill>
                  <a:schemeClr val="accent5"/>
                </a:solidFill>
                <a:latin typeface="+mj-lt"/>
              </a:defRPr>
            </a:lvl1pPr>
          </a:lstStyle>
          <a:p>
            <a:pPr lvl="0"/>
            <a:r>
              <a:rPr lang="en-US"/>
              <a:t>Click to add title</a:t>
            </a:r>
          </a:p>
        </p:txBody>
      </p:sp>
      <p:sp>
        <p:nvSpPr>
          <p:cNvPr id="23" name="Text Placeholder 14">
            <a:extLst>
              <a:ext uri="{FF2B5EF4-FFF2-40B4-BE49-F238E27FC236}">
                <a16:creationId xmlns:a16="http://schemas.microsoft.com/office/drawing/2014/main" id="{09DB38C9-BBE5-4212-87C2-D9B34A470753}"/>
              </a:ext>
            </a:extLst>
          </p:cNvPr>
          <p:cNvSpPr>
            <a:spLocks noGrp="1"/>
          </p:cNvSpPr>
          <p:nvPr>
            <p:ph type="body" sz="quarter" idx="24" hasCustomPrompt="1"/>
          </p:nvPr>
        </p:nvSpPr>
        <p:spPr>
          <a:xfrm>
            <a:off x="4065518" y="4118846"/>
            <a:ext cx="2289972" cy="365125"/>
          </a:xfrm>
          <a:prstGeom prst="rect">
            <a:avLst/>
          </a:prstGeom>
        </p:spPr>
        <p:txBody>
          <a:bodyPr/>
          <a:lstStyle>
            <a:lvl1pPr marL="0" indent="0">
              <a:buNone/>
              <a:defRPr sz="1600" cap="all" spc="200" baseline="0">
                <a:solidFill>
                  <a:schemeClr val="accent5"/>
                </a:solidFill>
                <a:latin typeface="+mj-lt"/>
              </a:defRPr>
            </a:lvl1pPr>
          </a:lstStyle>
          <a:p>
            <a:pPr lvl="0"/>
            <a:r>
              <a:rPr lang="en-US"/>
              <a:t>Click to add title</a:t>
            </a:r>
          </a:p>
        </p:txBody>
      </p:sp>
      <p:sp>
        <p:nvSpPr>
          <p:cNvPr id="24" name="Text Placeholder 14">
            <a:extLst>
              <a:ext uri="{FF2B5EF4-FFF2-40B4-BE49-F238E27FC236}">
                <a16:creationId xmlns:a16="http://schemas.microsoft.com/office/drawing/2014/main" id="{EA61E342-2B6C-4379-A3B3-8D1B338F656B}"/>
              </a:ext>
            </a:extLst>
          </p:cNvPr>
          <p:cNvSpPr>
            <a:spLocks noGrp="1"/>
          </p:cNvSpPr>
          <p:nvPr>
            <p:ph type="body" sz="quarter" idx="25" hasCustomPrompt="1"/>
          </p:nvPr>
        </p:nvSpPr>
        <p:spPr>
          <a:xfrm>
            <a:off x="9417910" y="1921400"/>
            <a:ext cx="2289974" cy="365125"/>
          </a:xfrm>
          <a:prstGeom prst="rect">
            <a:avLst/>
          </a:prstGeom>
        </p:spPr>
        <p:txBody>
          <a:bodyPr/>
          <a:lstStyle>
            <a:lvl1pPr marL="0" indent="0">
              <a:buNone/>
              <a:defRPr sz="1600" cap="all" spc="200" baseline="0">
                <a:solidFill>
                  <a:schemeClr val="accent5"/>
                </a:solidFill>
                <a:latin typeface="+mj-lt"/>
              </a:defRPr>
            </a:lvl1pPr>
          </a:lstStyle>
          <a:p>
            <a:pPr lvl="0"/>
            <a:r>
              <a:rPr lang="en-US"/>
              <a:t>Click to add title</a:t>
            </a:r>
          </a:p>
        </p:txBody>
      </p:sp>
      <p:sp>
        <p:nvSpPr>
          <p:cNvPr id="25" name="Text Placeholder 14">
            <a:extLst>
              <a:ext uri="{FF2B5EF4-FFF2-40B4-BE49-F238E27FC236}">
                <a16:creationId xmlns:a16="http://schemas.microsoft.com/office/drawing/2014/main" id="{4F39B769-D212-4C11-B6CB-0423DD10599D}"/>
              </a:ext>
            </a:extLst>
          </p:cNvPr>
          <p:cNvSpPr>
            <a:spLocks noGrp="1"/>
          </p:cNvSpPr>
          <p:nvPr>
            <p:ph type="body" sz="quarter" idx="26" hasCustomPrompt="1"/>
          </p:nvPr>
        </p:nvSpPr>
        <p:spPr>
          <a:xfrm>
            <a:off x="9417910" y="2245710"/>
            <a:ext cx="2289974" cy="1739538"/>
          </a:xfrm>
          <a:prstGeom prst="rect">
            <a:avLst/>
          </a:prstGeom>
        </p:spPr>
        <p:txBody>
          <a:bodyPr>
            <a:normAutofit/>
          </a:bodyPr>
          <a:lstStyle>
            <a:lvl1pPr marL="0" indent="0">
              <a:lnSpc>
                <a:spcPct val="114000"/>
              </a:lnSpc>
              <a:spcBef>
                <a:spcPts val="0"/>
              </a:spcBef>
              <a:buNone/>
              <a:defRPr sz="1400" cap="none" spc="0" baseline="0">
                <a:solidFill>
                  <a:schemeClr val="bg1"/>
                </a:solidFill>
                <a:latin typeface="+mn-lt"/>
              </a:defRPr>
            </a:lvl1pPr>
          </a:lstStyle>
          <a:p>
            <a:pPr lvl="0"/>
            <a:r>
              <a:rPr lang="en-US" dirty="0"/>
              <a:t>Click to add text</a:t>
            </a:r>
          </a:p>
        </p:txBody>
      </p:sp>
      <p:sp>
        <p:nvSpPr>
          <p:cNvPr id="2" name="Title 1">
            <a:extLst>
              <a:ext uri="{FF2B5EF4-FFF2-40B4-BE49-F238E27FC236}">
                <a16:creationId xmlns:a16="http://schemas.microsoft.com/office/drawing/2014/main" id="{7C47FF8E-011E-46E6-9F4D-DAD4830958DB}"/>
              </a:ext>
            </a:extLst>
          </p:cNvPr>
          <p:cNvSpPr>
            <a:spLocks noGrp="1"/>
          </p:cNvSpPr>
          <p:nvPr>
            <p:ph type="title" hasCustomPrompt="1"/>
          </p:nvPr>
        </p:nvSpPr>
        <p:spPr>
          <a:xfrm>
            <a:off x="4065516" y="1185284"/>
            <a:ext cx="7288284" cy="469490"/>
          </a:xfrm>
        </p:spPr>
        <p:txBody>
          <a:bodyPr anchor="t">
            <a:normAutofit/>
          </a:bodyPr>
          <a:lstStyle>
            <a:lvl1pPr>
              <a:lnSpc>
                <a:spcPct val="100000"/>
              </a:lnSpc>
              <a:defRPr sz="2800">
                <a:ln w="19050">
                  <a:solidFill>
                    <a:schemeClr val="accent5"/>
                  </a:solidFill>
                </a:ln>
              </a:defRPr>
            </a:lvl1pPr>
          </a:lstStyle>
          <a:p>
            <a:r>
              <a:rPr lang="en-US" dirty="0"/>
              <a:t>Click to add title</a:t>
            </a:r>
          </a:p>
        </p:txBody>
      </p:sp>
    </p:spTree>
    <p:extLst>
      <p:ext uri="{BB962C8B-B14F-4D97-AF65-F5344CB8AC3E}">
        <p14:creationId xmlns:p14="http://schemas.microsoft.com/office/powerpoint/2010/main" val="305773569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olution">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A781AFB-2572-4954-B05E-84CDE1D88316}"/>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5" name="Date Placeholder 4">
            <a:extLst>
              <a:ext uri="{FF2B5EF4-FFF2-40B4-BE49-F238E27FC236}">
                <a16:creationId xmlns:a16="http://schemas.microsoft.com/office/drawing/2014/main" id="{0E750850-5ECD-4AA5-8EF0-70C6EA291EF3}"/>
              </a:ext>
            </a:extLst>
          </p:cNvPr>
          <p:cNvSpPr>
            <a:spLocks noGrp="1"/>
          </p:cNvSpPr>
          <p:nvPr>
            <p:ph type="dt" sz="half" idx="10"/>
          </p:nvPr>
        </p:nvSpPr>
        <p:spPr/>
        <p:txBody>
          <a:bodyPr/>
          <a:lstStyle/>
          <a:p>
            <a:r>
              <a:rPr lang="en-US"/>
              <a:t>8/06/20XX</a:t>
            </a:r>
            <a:endParaRPr lang="en-US" dirty="0"/>
          </a:p>
        </p:txBody>
      </p:sp>
      <p:sp>
        <p:nvSpPr>
          <p:cNvPr id="6" name="Footer Placeholder 5">
            <a:extLst>
              <a:ext uri="{FF2B5EF4-FFF2-40B4-BE49-F238E27FC236}">
                <a16:creationId xmlns:a16="http://schemas.microsoft.com/office/drawing/2014/main" id="{126B04CF-8972-48CE-B427-B542AF911BB4}"/>
              </a:ext>
            </a:extLst>
          </p:cNvPr>
          <p:cNvSpPr>
            <a:spLocks noGrp="1"/>
          </p:cNvSpPr>
          <p:nvPr>
            <p:ph type="ftr" sz="quarter" idx="11"/>
          </p:nvPr>
        </p:nvSpPr>
        <p:spPr/>
        <p:txBody>
          <a:bodyPr/>
          <a:lstStyle/>
          <a:p>
            <a:r>
              <a:rPr lang="en-US"/>
              <a:t>PITCH DECK</a:t>
            </a:r>
            <a:endParaRPr lang="en-US" dirty="0"/>
          </a:p>
        </p:txBody>
      </p:sp>
      <p:sp>
        <p:nvSpPr>
          <p:cNvPr id="7" name="Slide Number Placeholder 6">
            <a:extLst>
              <a:ext uri="{FF2B5EF4-FFF2-40B4-BE49-F238E27FC236}">
                <a16:creationId xmlns:a16="http://schemas.microsoft.com/office/drawing/2014/main" id="{F9864ACC-F262-4128-BC17-FCB29BEF0763}"/>
              </a:ext>
            </a:extLst>
          </p:cNvPr>
          <p:cNvSpPr>
            <a:spLocks noGrp="1"/>
          </p:cNvSpPr>
          <p:nvPr>
            <p:ph type="sldNum" sz="quarter" idx="12"/>
          </p:nvPr>
        </p:nvSpPr>
        <p:spPr/>
        <p:txBody>
          <a:bodyPr/>
          <a:lstStyle/>
          <a:p>
            <a:fld id="{A402E4C0-AD5E-4E8C-9F21-7CCE474BDCEB}" type="slidenum">
              <a:rPr lang="en-US" smtClean="0"/>
              <a:t>‹#›</a:t>
            </a:fld>
            <a:endParaRPr lang="en-US" dirty="0"/>
          </a:p>
        </p:txBody>
      </p:sp>
      <p:sp>
        <p:nvSpPr>
          <p:cNvPr id="12" name="Text Placeholder 14">
            <a:extLst>
              <a:ext uri="{FF2B5EF4-FFF2-40B4-BE49-F238E27FC236}">
                <a16:creationId xmlns:a16="http://schemas.microsoft.com/office/drawing/2014/main" id="{717CFF16-7992-46DD-8151-F55B0300570B}"/>
              </a:ext>
            </a:extLst>
          </p:cNvPr>
          <p:cNvSpPr>
            <a:spLocks noGrp="1"/>
          </p:cNvSpPr>
          <p:nvPr>
            <p:ph type="body" sz="quarter" idx="16" hasCustomPrompt="1"/>
          </p:nvPr>
        </p:nvSpPr>
        <p:spPr>
          <a:xfrm>
            <a:off x="8506711" y="1335193"/>
            <a:ext cx="2859090" cy="365125"/>
          </a:xfrm>
          <a:prstGeom prst="rect">
            <a:avLst/>
          </a:prstGeom>
        </p:spPr>
        <p:txBody>
          <a:bodyPr/>
          <a:lstStyle>
            <a:lvl1pPr marL="0" indent="0">
              <a:buNone/>
              <a:defRPr sz="1600" cap="all" spc="200" baseline="0">
                <a:solidFill>
                  <a:schemeClr val="accent5"/>
                </a:solidFill>
                <a:latin typeface="+mj-lt"/>
              </a:defRPr>
            </a:lvl1pPr>
          </a:lstStyle>
          <a:p>
            <a:pPr lvl="0"/>
            <a:r>
              <a:rPr lang="en-US"/>
              <a:t>Click to add title</a:t>
            </a:r>
          </a:p>
        </p:txBody>
      </p:sp>
      <p:sp>
        <p:nvSpPr>
          <p:cNvPr id="13" name="Text Placeholder 14">
            <a:extLst>
              <a:ext uri="{FF2B5EF4-FFF2-40B4-BE49-F238E27FC236}">
                <a16:creationId xmlns:a16="http://schemas.microsoft.com/office/drawing/2014/main" id="{EBADC1C2-D36B-4AFE-8824-DE6D0FB51384}"/>
              </a:ext>
            </a:extLst>
          </p:cNvPr>
          <p:cNvSpPr>
            <a:spLocks noGrp="1"/>
          </p:cNvSpPr>
          <p:nvPr>
            <p:ph type="body" sz="quarter" idx="13" hasCustomPrompt="1"/>
          </p:nvPr>
        </p:nvSpPr>
        <p:spPr>
          <a:xfrm>
            <a:off x="8506711" y="1639822"/>
            <a:ext cx="2859090" cy="1475319"/>
          </a:xfrm>
          <a:prstGeom prst="rect">
            <a:avLst/>
          </a:prstGeom>
        </p:spPr>
        <p:txBody>
          <a:bodyPr>
            <a:normAutofit/>
          </a:bodyPr>
          <a:lstStyle>
            <a:lvl1pPr marL="0" indent="0">
              <a:lnSpc>
                <a:spcPct val="114000"/>
              </a:lnSpc>
              <a:spcBef>
                <a:spcPts val="0"/>
              </a:spcBef>
              <a:buNone/>
              <a:defRPr sz="1400" cap="none" spc="0" baseline="0">
                <a:solidFill>
                  <a:schemeClr val="bg1"/>
                </a:solidFill>
                <a:latin typeface="+mn-lt"/>
              </a:defRPr>
            </a:lvl1pPr>
          </a:lstStyle>
          <a:p>
            <a:pPr lvl="0"/>
            <a:r>
              <a:rPr lang="en-US"/>
              <a:t>Click to add text</a:t>
            </a:r>
          </a:p>
        </p:txBody>
      </p:sp>
      <p:sp>
        <p:nvSpPr>
          <p:cNvPr id="14" name="Text Placeholder 14">
            <a:extLst>
              <a:ext uri="{FF2B5EF4-FFF2-40B4-BE49-F238E27FC236}">
                <a16:creationId xmlns:a16="http://schemas.microsoft.com/office/drawing/2014/main" id="{F1632658-DE5C-4EA2-83DE-AB456D9D76ED}"/>
              </a:ext>
            </a:extLst>
          </p:cNvPr>
          <p:cNvSpPr>
            <a:spLocks noGrp="1"/>
          </p:cNvSpPr>
          <p:nvPr>
            <p:ph type="body" sz="quarter" idx="17" hasCustomPrompt="1"/>
          </p:nvPr>
        </p:nvSpPr>
        <p:spPr>
          <a:xfrm>
            <a:off x="5167309" y="1639822"/>
            <a:ext cx="2859091" cy="1517776"/>
          </a:xfrm>
          <a:prstGeom prst="rect">
            <a:avLst/>
          </a:prstGeom>
        </p:spPr>
        <p:txBody>
          <a:bodyPr>
            <a:normAutofit/>
          </a:bodyPr>
          <a:lstStyle>
            <a:lvl1pPr marL="0" indent="0">
              <a:lnSpc>
                <a:spcPct val="114000"/>
              </a:lnSpc>
              <a:spcBef>
                <a:spcPts val="0"/>
              </a:spcBef>
              <a:buNone/>
              <a:defRPr sz="1400" cap="none" spc="0" baseline="0">
                <a:solidFill>
                  <a:schemeClr val="bg1"/>
                </a:solidFill>
                <a:latin typeface="+mn-lt"/>
              </a:defRPr>
            </a:lvl1pPr>
          </a:lstStyle>
          <a:p>
            <a:pPr lvl="0"/>
            <a:r>
              <a:rPr lang="en-US"/>
              <a:t>Click to add text</a:t>
            </a:r>
          </a:p>
        </p:txBody>
      </p:sp>
      <p:sp>
        <p:nvSpPr>
          <p:cNvPr id="15" name="Text Placeholder 14">
            <a:extLst>
              <a:ext uri="{FF2B5EF4-FFF2-40B4-BE49-F238E27FC236}">
                <a16:creationId xmlns:a16="http://schemas.microsoft.com/office/drawing/2014/main" id="{76A6D61C-C33C-46D5-B2C5-6C6A7C143A97}"/>
              </a:ext>
            </a:extLst>
          </p:cNvPr>
          <p:cNvSpPr>
            <a:spLocks noGrp="1"/>
          </p:cNvSpPr>
          <p:nvPr>
            <p:ph type="body" sz="quarter" idx="18" hasCustomPrompt="1"/>
          </p:nvPr>
        </p:nvSpPr>
        <p:spPr>
          <a:xfrm>
            <a:off x="8506711" y="3837269"/>
            <a:ext cx="2859090" cy="1533310"/>
          </a:xfrm>
          <a:prstGeom prst="rect">
            <a:avLst/>
          </a:prstGeom>
        </p:spPr>
        <p:txBody>
          <a:bodyPr>
            <a:normAutofit/>
          </a:bodyPr>
          <a:lstStyle>
            <a:lvl1pPr marL="0" indent="0">
              <a:lnSpc>
                <a:spcPct val="114000"/>
              </a:lnSpc>
              <a:spcBef>
                <a:spcPts val="0"/>
              </a:spcBef>
              <a:buNone/>
              <a:defRPr sz="1400" cap="none" spc="0" baseline="0">
                <a:solidFill>
                  <a:schemeClr val="bg1"/>
                </a:solidFill>
                <a:latin typeface="+mn-lt"/>
              </a:defRPr>
            </a:lvl1pPr>
          </a:lstStyle>
          <a:p>
            <a:pPr lvl="0"/>
            <a:r>
              <a:rPr lang="en-US"/>
              <a:t>Click to add text</a:t>
            </a:r>
          </a:p>
        </p:txBody>
      </p:sp>
      <p:sp>
        <p:nvSpPr>
          <p:cNvPr id="16" name="Text Placeholder 14">
            <a:extLst>
              <a:ext uri="{FF2B5EF4-FFF2-40B4-BE49-F238E27FC236}">
                <a16:creationId xmlns:a16="http://schemas.microsoft.com/office/drawing/2014/main" id="{0A4E6A96-585A-4265-900D-17D98121F544}"/>
              </a:ext>
            </a:extLst>
          </p:cNvPr>
          <p:cNvSpPr>
            <a:spLocks noGrp="1"/>
          </p:cNvSpPr>
          <p:nvPr>
            <p:ph type="body" sz="quarter" idx="19" hasCustomPrompt="1"/>
          </p:nvPr>
        </p:nvSpPr>
        <p:spPr>
          <a:xfrm>
            <a:off x="5167310" y="3845321"/>
            <a:ext cx="2859089" cy="1526930"/>
          </a:xfrm>
          <a:prstGeom prst="rect">
            <a:avLst/>
          </a:prstGeom>
        </p:spPr>
        <p:txBody>
          <a:bodyPr>
            <a:normAutofit/>
          </a:bodyPr>
          <a:lstStyle>
            <a:lvl1pPr marL="0" indent="0">
              <a:lnSpc>
                <a:spcPct val="114000"/>
              </a:lnSpc>
              <a:spcBef>
                <a:spcPts val="0"/>
              </a:spcBef>
              <a:buNone/>
              <a:defRPr sz="1400" cap="none" spc="0" baseline="0">
                <a:solidFill>
                  <a:schemeClr val="bg1"/>
                </a:solidFill>
                <a:latin typeface="+mn-lt"/>
              </a:defRPr>
            </a:lvl1pPr>
          </a:lstStyle>
          <a:p>
            <a:pPr lvl="0"/>
            <a:r>
              <a:rPr lang="en-US"/>
              <a:t>Click to add text</a:t>
            </a:r>
          </a:p>
        </p:txBody>
      </p:sp>
      <p:sp>
        <p:nvSpPr>
          <p:cNvPr id="17" name="Text Placeholder 14">
            <a:extLst>
              <a:ext uri="{FF2B5EF4-FFF2-40B4-BE49-F238E27FC236}">
                <a16:creationId xmlns:a16="http://schemas.microsoft.com/office/drawing/2014/main" id="{28B8437C-1550-4581-911A-98BEA151A4AD}"/>
              </a:ext>
            </a:extLst>
          </p:cNvPr>
          <p:cNvSpPr>
            <a:spLocks noGrp="1"/>
          </p:cNvSpPr>
          <p:nvPr>
            <p:ph type="body" sz="quarter" idx="22" hasCustomPrompt="1"/>
          </p:nvPr>
        </p:nvSpPr>
        <p:spPr>
          <a:xfrm>
            <a:off x="5167308" y="1335193"/>
            <a:ext cx="2859091" cy="365125"/>
          </a:xfrm>
          <a:prstGeom prst="rect">
            <a:avLst/>
          </a:prstGeom>
        </p:spPr>
        <p:txBody>
          <a:bodyPr/>
          <a:lstStyle>
            <a:lvl1pPr marL="0" indent="0">
              <a:buNone/>
              <a:defRPr sz="1600" cap="all" spc="200" baseline="0">
                <a:solidFill>
                  <a:schemeClr val="accent5"/>
                </a:solidFill>
                <a:latin typeface="+mj-lt"/>
              </a:defRPr>
            </a:lvl1pPr>
          </a:lstStyle>
          <a:p>
            <a:pPr lvl="0"/>
            <a:r>
              <a:rPr lang="en-US"/>
              <a:t>Click to add title</a:t>
            </a:r>
          </a:p>
        </p:txBody>
      </p:sp>
      <p:sp>
        <p:nvSpPr>
          <p:cNvPr id="18" name="Text Placeholder 14">
            <a:extLst>
              <a:ext uri="{FF2B5EF4-FFF2-40B4-BE49-F238E27FC236}">
                <a16:creationId xmlns:a16="http://schemas.microsoft.com/office/drawing/2014/main" id="{04DF1AD6-E51A-4D19-A9C8-CCAFE9E9B2A0}"/>
              </a:ext>
            </a:extLst>
          </p:cNvPr>
          <p:cNvSpPr>
            <a:spLocks noGrp="1"/>
          </p:cNvSpPr>
          <p:nvPr>
            <p:ph type="body" sz="quarter" idx="23" hasCustomPrompt="1"/>
          </p:nvPr>
        </p:nvSpPr>
        <p:spPr>
          <a:xfrm>
            <a:off x="8506711" y="3532639"/>
            <a:ext cx="2859090" cy="365125"/>
          </a:xfrm>
          <a:prstGeom prst="rect">
            <a:avLst/>
          </a:prstGeom>
        </p:spPr>
        <p:txBody>
          <a:bodyPr/>
          <a:lstStyle>
            <a:lvl1pPr marL="0" indent="0">
              <a:buNone/>
              <a:defRPr sz="1600" cap="all" spc="200" baseline="0">
                <a:solidFill>
                  <a:schemeClr val="accent5"/>
                </a:solidFill>
                <a:latin typeface="+mj-lt"/>
              </a:defRPr>
            </a:lvl1pPr>
          </a:lstStyle>
          <a:p>
            <a:pPr lvl="0"/>
            <a:r>
              <a:rPr lang="en-US"/>
              <a:t>Click to add title</a:t>
            </a:r>
          </a:p>
        </p:txBody>
      </p:sp>
      <p:sp>
        <p:nvSpPr>
          <p:cNvPr id="19" name="Text Placeholder 14">
            <a:extLst>
              <a:ext uri="{FF2B5EF4-FFF2-40B4-BE49-F238E27FC236}">
                <a16:creationId xmlns:a16="http://schemas.microsoft.com/office/drawing/2014/main" id="{A3656830-2B4C-4F48-8EBD-F8C80C353FC4}"/>
              </a:ext>
            </a:extLst>
          </p:cNvPr>
          <p:cNvSpPr>
            <a:spLocks noGrp="1"/>
          </p:cNvSpPr>
          <p:nvPr>
            <p:ph type="body" sz="quarter" idx="24" hasCustomPrompt="1"/>
          </p:nvPr>
        </p:nvSpPr>
        <p:spPr>
          <a:xfrm>
            <a:off x="5167309" y="3532639"/>
            <a:ext cx="2859089" cy="365125"/>
          </a:xfrm>
          <a:prstGeom prst="rect">
            <a:avLst/>
          </a:prstGeom>
        </p:spPr>
        <p:txBody>
          <a:bodyPr/>
          <a:lstStyle>
            <a:lvl1pPr marL="0" indent="0">
              <a:buNone/>
              <a:defRPr sz="1600" cap="all" spc="200" baseline="0">
                <a:solidFill>
                  <a:schemeClr val="accent5"/>
                </a:solidFill>
                <a:latin typeface="+mj-lt"/>
              </a:defRPr>
            </a:lvl1pPr>
          </a:lstStyle>
          <a:p>
            <a:pPr lvl="0"/>
            <a:r>
              <a:rPr lang="en-US"/>
              <a:t>Click to add title</a:t>
            </a:r>
          </a:p>
        </p:txBody>
      </p:sp>
      <p:sp>
        <p:nvSpPr>
          <p:cNvPr id="2" name="Title 1">
            <a:extLst>
              <a:ext uri="{FF2B5EF4-FFF2-40B4-BE49-F238E27FC236}">
                <a16:creationId xmlns:a16="http://schemas.microsoft.com/office/drawing/2014/main" id="{923D6999-ED11-424C-91FD-1ECD0CB9D272}"/>
              </a:ext>
            </a:extLst>
          </p:cNvPr>
          <p:cNvSpPr>
            <a:spLocks noGrp="1"/>
          </p:cNvSpPr>
          <p:nvPr>
            <p:ph type="title" hasCustomPrompt="1"/>
          </p:nvPr>
        </p:nvSpPr>
        <p:spPr>
          <a:xfrm>
            <a:off x="1384299" y="2768600"/>
            <a:ext cx="2956810" cy="1129164"/>
          </a:xfrm>
        </p:spPr>
        <p:txBody>
          <a:bodyPr anchor="t">
            <a:normAutofit/>
          </a:bodyPr>
          <a:lstStyle>
            <a:lvl1pPr>
              <a:lnSpc>
                <a:spcPct val="125000"/>
              </a:lnSpc>
              <a:defRPr sz="2800">
                <a:ln w="19050">
                  <a:solidFill>
                    <a:schemeClr val="bg1"/>
                  </a:solidFill>
                </a:ln>
              </a:defRPr>
            </a:lvl1pPr>
          </a:lstStyle>
          <a:p>
            <a:r>
              <a:rPr lang="en-US" dirty="0"/>
              <a:t>Click to add title</a:t>
            </a:r>
          </a:p>
        </p:txBody>
      </p:sp>
    </p:spTree>
    <p:extLst>
      <p:ext uri="{BB962C8B-B14F-4D97-AF65-F5344CB8AC3E}">
        <p14:creationId xmlns:p14="http://schemas.microsoft.com/office/powerpoint/2010/main" val="374914884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roduct Overview">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A0CE26C-A8CF-4DC0-9913-86FF0ED87623}"/>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7" name="Date Placeholder 6">
            <a:extLst>
              <a:ext uri="{FF2B5EF4-FFF2-40B4-BE49-F238E27FC236}">
                <a16:creationId xmlns:a16="http://schemas.microsoft.com/office/drawing/2014/main" id="{15DD4FC6-591F-4220-A331-724C4FE41E93}"/>
              </a:ext>
            </a:extLst>
          </p:cNvPr>
          <p:cNvSpPr>
            <a:spLocks noGrp="1"/>
          </p:cNvSpPr>
          <p:nvPr>
            <p:ph type="dt" sz="half" idx="10"/>
          </p:nvPr>
        </p:nvSpPr>
        <p:spPr/>
        <p:txBody>
          <a:bodyPr/>
          <a:lstStyle/>
          <a:p>
            <a:r>
              <a:rPr lang="en-US"/>
              <a:t>8/06/20XX</a:t>
            </a:r>
            <a:endParaRPr lang="en-US" dirty="0"/>
          </a:p>
        </p:txBody>
      </p:sp>
      <p:sp>
        <p:nvSpPr>
          <p:cNvPr id="8" name="Footer Placeholder 7">
            <a:extLst>
              <a:ext uri="{FF2B5EF4-FFF2-40B4-BE49-F238E27FC236}">
                <a16:creationId xmlns:a16="http://schemas.microsoft.com/office/drawing/2014/main" id="{A1506146-DCCA-4419-9FC3-7F33AEABA41D}"/>
              </a:ext>
            </a:extLst>
          </p:cNvPr>
          <p:cNvSpPr>
            <a:spLocks noGrp="1"/>
          </p:cNvSpPr>
          <p:nvPr>
            <p:ph type="ftr" sz="quarter" idx="11"/>
          </p:nvPr>
        </p:nvSpPr>
        <p:spPr/>
        <p:txBody>
          <a:bodyPr/>
          <a:lstStyle/>
          <a:p>
            <a:r>
              <a:rPr lang="en-US"/>
              <a:t>PITCH DECK</a:t>
            </a:r>
            <a:endParaRPr lang="en-US" dirty="0"/>
          </a:p>
        </p:txBody>
      </p:sp>
      <p:sp>
        <p:nvSpPr>
          <p:cNvPr id="9" name="Slide Number Placeholder 8">
            <a:extLst>
              <a:ext uri="{FF2B5EF4-FFF2-40B4-BE49-F238E27FC236}">
                <a16:creationId xmlns:a16="http://schemas.microsoft.com/office/drawing/2014/main" id="{4BDEDAF2-5575-4164-9610-7906C2033591}"/>
              </a:ext>
            </a:extLst>
          </p:cNvPr>
          <p:cNvSpPr>
            <a:spLocks noGrp="1"/>
          </p:cNvSpPr>
          <p:nvPr>
            <p:ph type="sldNum" sz="quarter" idx="12"/>
          </p:nvPr>
        </p:nvSpPr>
        <p:spPr/>
        <p:txBody>
          <a:bodyPr/>
          <a:lstStyle/>
          <a:p>
            <a:fld id="{A402E4C0-AD5E-4E8C-9F21-7CCE474BDCEB}" type="slidenum">
              <a:rPr lang="en-US" smtClean="0"/>
              <a:t>‹#›</a:t>
            </a:fld>
            <a:endParaRPr lang="en-US" dirty="0"/>
          </a:p>
        </p:txBody>
      </p:sp>
      <p:sp>
        <p:nvSpPr>
          <p:cNvPr id="35" name="Text Placeholder 14">
            <a:extLst>
              <a:ext uri="{FF2B5EF4-FFF2-40B4-BE49-F238E27FC236}">
                <a16:creationId xmlns:a16="http://schemas.microsoft.com/office/drawing/2014/main" id="{0C598512-93DF-4C00-A3BC-4CFF184217A6}"/>
              </a:ext>
            </a:extLst>
          </p:cNvPr>
          <p:cNvSpPr>
            <a:spLocks noGrp="1"/>
          </p:cNvSpPr>
          <p:nvPr>
            <p:ph type="body" sz="quarter" idx="27" hasCustomPrompt="1"/>
          </p:nvPr>
        </p:nvSpPr>
        <p:spPr>
          <a:xfrm>
            <a:off x="620484" y="3639417"/>
            <a:ext cx="2383764" cy="365125"/>
          </a:xfrm>
          <a:prstGeom prst="rect">
            <a:avLst/>
          </a:prstGeom>
        </p:spPr>
        <p:txBody>
          <a:bodyPr/>
          <a:lstStyle>
            <a:lvl1pPr marL="0" indent="0" algn="ctr">
              <a:buNone/>
              <a:defRPr sz="1600" cap="all" spc="200" baseline="0">
                <a:solidFill>
                  <a:schemeClr val="accent5"/>
                </a:solidFill>
                <a:latin typeface="+mj-lt"/>
                <a:cs typeface="Posterama" panose="020B0504020200020000" pitchFamily="34" charset="0"/>
              </a:defRPr>
            </a:lvl1pPr>
          </a:lstStyle>
          <a:p>
            <a:pPr lvl="0"/>
            <a:r>
              <a:rPr lang="en-US" dirty="0"/>
              <a:t>Click to add title</a:t>
            </a:r>
          </a:p>
        </p:txBody>
      </p:sp>
      <p:sp>
        <p:nvSpPr>
          <p:cNvPr id="36" name="Text Placeholder 14">
            <a:extLst>
              <a:ext uri="{FF2B5EF4-FFF2-40B4-BE49-F238E27FC236}">
                <a16:creationId xmlns:a16="http://schemas.microsoft.com/office/drawing/2014/main" id="{9AFC7B8A-881F-4E97-91D4-F41DFA6D8F8E}"/>
              </a:ext>
            </a:extLst>
          </p:cNvPr>
          <p:cNvSpPr>
            <a:spLocks noGrp="1"/>
          </p:cNvSpPr>
          <p:nvPr>
            <p:ph type="body" sz="quarter" idx="28" hasCustomPrompt="1"/>
          </p:nvPr>
        </p:nvSpPr>
        <p:spPr>
          <a:xfrm>
            <a:off x="620484" y="3965866"/>
            <a:ext cx="2383764" cy="1126085"/>
          </a:xfrm>
          <a:prstGeom prst="rect">
            <a:avLst/>
          </a:prstGeom>
        </p:spPr>
        <p:txBody>
          <a:bodyPr/>
          <a:lstStyle>
            <a:lvl1pPr marL="0" indent="0" algn="ctr">
              <a:lnSpc>
                <a:spcPct val="114000"/>
              </a:lnSpc>
              <a:spcBef>
                <a:spcPts val="0"/>
              </a:spcBef>
              <a:buNone/>
              <a:defRPr sz="1400" cap="none" spc="0" baseline="0">
                <a:solidFill>
                  <a:schemeClr val="bg1"/>
                </a:solidFill>
                <a:latin typeface="+mn-lt"/>
              </a:defRPr>
            </a:lvl1pPr>
          </a:lstStyle>
          <a:p>
            <a:pPr lvl="0"/>
            <a:r>
              <a:rPr lang="en-US"/>
              <a:t>Click to add text</a:t>
            </a:r>
          </a:p>
        </p:txBody>
      </p:sp>
      <p:sp>
        <p:nvSpPr>
          <p:cNvPr id="37" name="Text Placeholder 14">
            <a:extLst>
              <a:ext uri="{FF2B5EF4-FFF2-40B4-BE49-F238E27FC236}">
                <a16:creationId xmlns:a16="http://schemas.microsoft.com/office/drawing/2014/main" id="{77B10018-89A9-49C8-8DCE-621EF9328C63}"/>
              </a:ext>
            </a:extLst>
          </p:cNvPr>
          <p:cNvSpPr>
            <a:spLocks noGrp="1"/>
          </p:cNvSpPr>
          <p:nvPr>
            <p:ph type="body" sz="quarter" idx="15" hasCustomPrompt="1"/>
          </p:nvPr>
        </p:nvSpPr>
        <p:spPr>
          <a:xfrm>
            <a:off x="3478982" y="3969554"/>
            <a:ext cx="2383764" cy="1126085"/>
          </a:xfrm>
          <a:prstGeom prst="rect">
            <a:avLst/>
          </a:prstGeom>
        </p:spPr>
        <p:txBody>
          <a:bodyPr/>
          <a:lstStyle>
            <a:lvl1pPr marL="0" indent="0" algn="ctr">
              <a:lnSpc>
                <a:spcPct val="114000"/>
              </a:lnSpc>
              <a:spcBef>
                <a:spcPts val="0"/>
              </a:spcBef>
              <a:buNone/>
              <a:defRPr sz="1400" cap="none" spc="0" baseline="0">
                <a:solidFill>
                  <a:schemeClr val="bg1"/>
                </a:solidFill>
                <a:latin typeface="+mn-lt"/>
              </a:defRPr>
            </a:lvl1pPr>
          </a:lstStyle>
          <a:p>
            <a:pPr lvl="0"/>
            <a:r>
              <a:rPr lang="en-US"/>
              <a:t>Click to add text</a:t>
            </a:r>
          </a:p>
        </p:txBody>
      </p:sp>
      <p:sp>
        <p:nvSpPr>
          <p:cNvPr id="38" name="Text Placeholder 14">
            <a:extLst>
              <a:ext uri="{FF2B5EF4-FFF2-40B4-BE49-F238E27FC236}">
                <a16:creationId xmlns:a16="http://schemas.microsoft.com/office/drawing/2014/main" id="{342C0572-2FB8-4C18-AD74-75A165321342}"/>
              </a:ext>
            </a:extLst>
          </p:cNvPr>
          <p:cNvSpPr>
            <a:spLocks noGrp="1"/>
          </p:cNvSpPr>
          <p:nvPr>
            <p:ph type="body" sz="quarter" idx="17" hasCustomPrompt="1"/>
          </p:nvPr>
        </p:nvSpPr>
        <p:spPr>
          <a:xfrm>
            <a:off x="6337478" y="3953422"/>
            <a:ext cx="2383765" cy="1126085"/>
          </a:xfrm>
          <a:prstGeom prst="rect">
            <a:avLst/>
          </a:prstGeom>
        </p:spPr>
        <p:txBody>
          <a:bodyPr/>
          <a:lstStyle>
            <a:lvl1pPr marL="0" indent="0" algn="ctr">
              <a:lnSpc>
                <a:spcPct val="114000"/>
              </a:lnSpc>
              <a:spcBef>
                <a:spcPts val="0"/>
              </a:spcBef>
              <a:buNone/>
              <a:defRPr sz="1400" cap="none" spc="0" baseline="0">
                <a:solidFill>
                  <a:schemeClr val="bg1"/>
                </a:solidFill>
                <a:latin typeface="+mn-lt"/>
              </a:defRPr>
            </a:lvl1pPr>
          </a:lstStyle>
          <a:p>
            <a:pPr lvl="0"/>
            <a:r>
              <a:rPr lang="en-US"/>
              <a:t>Click to add text</a:t>
            </a:r>
          </a:p>
        </p:txBody>
      </p:sp>
      <p:sp>
        <p:nvSpPr>
          <p:cNvPr id="39" name="Text Placeholder 14">
            <a:extLst>
              <a:ext uri="{FF2B5EF4-FFF2-40B4-BE49-F238E27FC236}">
                <a16:creationId xmlns:a16="http://schemas.microsoft.com/office/drawing/2014/main" id="{3495EE04-F172-4AD4-8FE7-4A03B1CE4F82}"/>
              </a:ext>
            </a:extLst>
          </p:cNvPr>
          <p:cNvSpPr>
            <a:spLocks noGrp="1"/>
          </p:cNvSpPr>
          <p:nvPr>
            <p:ph type="body" sz="quarter" idx="19" hasCustomPrompt="1"/>
          </p:nvPr>
        </p:nvSpPr>
        <p:spPr>
          <a:xfrm>
            <a:off x="9188445" y="3953422"/>
            <a:ext cx="2383765" cy="1126085"/>
          </a:xfrm>
          <a:prstGeom prst="rect">
            <a:avLst/>
          </a:prstGeom>
        </p:spPr>
        <p:txBody>
          <a:bodyPr/>
          <a:lstStyle>
            <a:lvl1pPr marL="0" indent="0" algn="ctr">
              <a:lnSpc>
                <a:spcPct val="114000"/>
              </a:lnSpc>
              <a:spcBef>
                <a:spcPts val="0"/>
              </a:spcBef>
              <a:buNone/>
              <a:defRPr sz="1400" cap="none" spc="0" baseline="0">
                <a:solidFill>
                  <a:schemeClr val="bg1"/>
                </a:solidFill>
                <a:latin typeface="+mn-lt"/>
              </a:defRPr>
            </a:lvl1pPr>
          </a:lstStyle>
          <a:p>
            <a:pPr lvl="0"/>
            <a:r>
              <a:rPr lang="en-US"/>
              <a:t>Click to add text</a:t>
            </a:r>
          </a:p>
        </p:txBody>
      </p:sp>
      <p:sp>
        <p:nvSpPr>
          <p:cNvPr id="40" name="Text Placeholder 14">
            <a:extLst>
              <a:ext uri="{FF2B5EF4-FFF2-40B4-BE49-F238E27FC236}">
                <a16:creationId xmlns:a16="http://schemas.microsoft.com/office/drawing/2014/main" id="{F23ABA12-4A7C-42A2-9A8E-9E7F1A2BB230}"/>
              </a:ext>
            </a:extLst>
          </p:cNvPr>
          <p:cNvSpPr>
            <a:spLocks noGrp="1"/>
          </p:cNvSpPr>
          <p:nvPr>
            <p:ph type="body" sz="quarter" idx="29" hasCustomPrompt="1"/>
          </p:nvPr>
        </p:nvSpPr>
        <p:spPr>
          <a:xfrm>
            <a:off x="3419503" y="3639417"/>
            <a:ext cx="2502719" cy="365125"/>
          </a:xfrm>
          <a:prstGeom prst="rect">
            <a:avLst/>
          </a:prstGeom>
        </p:spPr>
        <p:txBody>
          <a:bodyPr/>
          <a:lstStyle>
            <a:lvl1pPr marL="0" indent="0" algn="ctr">
              <a:buNone/>
              <a:defRPr sz="1600" cap="all" spc="200" baseline="0">
                <a:solidFill>
                  <a:schemeClr val="accent5"/>
                </a:solidFill>
                <a:latin typeface="+mj-lt"/>
                <a:cs typeface="Posterama" panose="020B0504020200020000" pitchFamily="34" charset="0"/>
              </a:defRPr>
            </a:lvl1pPr>
          </a:lstStyle>
          <a:p>
            <a:pPr lvl="0"/>
            <a:r>
              <a:rPr lang="en-US" dirty="0"/>
              <a:t>Click to add title</a:t>
            </a:r>
          </a:p>
        </p:txBody>
      </p:sp>
      <p:sp>
        <p:nvSpPr>
          <p:cNvPr id="41" name="Text Placeholder 14">
            <a:extLst>
              <a:ext uri="{FF2B5EF4-FFF2-40B4-BE49-F238E27FC236}">
                <a16:creationId xmlns:a16="http://schemas.microsoft.com/office/drawing/2014/main" id="{1E11CB21-11BD-400A-BC43-71A9AFA9282B}"/>
              </a:ext>
            </a:extLst>
          </p:cNvPr>
          <p:cNvSpPr>
            <a:spLocks noGrp="1"/>
          </p:cNvSpPr>
          <p:nvPr>
            <p:ph type="body" sz="quarter" idx="30" hasCustomPrompt="1"/>
          </p:nvPr>
        </p:nvSpPr>
        <p:spPr>
          <a:xfrm>
            <a:off x="6337478" y="3639417"/>
            <a:ext cx="2383765" cy="365125"/>
          </a:xfrm>
          <a:prstGeom prst="rect">
            <a:avLst/>
          </a:prstGeom>
        </p:spPr>
        <p:txBody>
          <a:bodyPr/>
          <a:lstStyle>
            <a:lvl1pPr marL="0" indent="0" algn="ctr">
              <a:buNone/>
              <a:defRPr sz="1600" cap="all" spc="200" baseline="0">
                <a:solidFill>
                  <a:schemeClr val="accent5"/>
                </a:solidFill>
                <a:latin typeface="+mj-lt"/>
                <a:cs typeface="Posterama" panose="020B0504020200020000" pitchFamily="34" charset="0"/>
              </a:defRPr>
            </a:lvl1pPr>
          </a:lstStyle>
          <a:p>
            <a:pPr lvl="0"/>
            <a:r>
              <a:rPr lang="en-US" dirty="0"/>
              <a:t>Click to add title</a:t>
            </a:r>
          </a:p>
        </p:txBody>
      </p:sp>
      <p:sp>
        <p:nvSpPr>
          <p:cNvPr id="42" name="Text Placeholder 14">
            <a:extLst>
              <a:ext uri="{FF2B5EF4-FFF2-40B4-BE49-F238E27FC236}">
                <a16:creationId xmlns:a16="http://schemas.microsoft.com/office/drawing/2014/main" id="{02DE0CA8-2A1F-49D8-B9B6-BF353B9808C6}"/>
              </a:ext>
            </a:extLst>
          </p:cNvPr>
          <p:cNvSpPr>
            <a:spLocks noGrp="1"/>
          </p:cNvSpPr>
          <p:nvPr>
            <p:ph type="body" sz="quarter" idx="31" hasCustomPrompt="1"/>
          </p:nvPr>
        </p:nvSpPr>
        <p:spPr>
          <a:xfrm>
            <a:off x="9188445" y="3639417"/>
            <a:ext cx="2383765" cy="365125"/>
          </a:xfrm>
          <a:prstGeom prst="rect">
            <a:avLst/>
          </a:prstGeom>
        </p:spPr>
        <p:txBody>
          <a:bodyPr/>
          <a:lstStyle>
            <a:lvl1pPr marL="0" indent="0" algn="ctr">
              <a:buNone/>
              <a:defRPr sz="1600" cap="all" spc="200" baseline="0">
                <a:solidFill>
                  <a:schemeClr val="accent5"/>
                </a:solidFill>
                <a:latin typeface="+mj-lt"/>
                <a:cs typeface="Posterama" panose="020B0504020200020000" pitchFamily="34" charset="0"/>
              </a:defRPr>
            </a:lvl1pPr>
          </a:lstStyle>
          <a:p>
            <a:pPr lvl="0"/>
            <a:r>
              <a:rPr lang="en-US" dirty="0"/>
              <a:t>Click to add title</a:t>
            </a:r>
          </a:p>
        </p:txBody>
      </p:sp>
      <p:sp>
        <p:nvSpPr>
          <p:cNvPr id="2" name="Title 1">
            <a:extLst>
              <a:ext uri="{FF2B5EF4-FFF2-40B4-BE49-F238E27FC236}">
                <a16:creationId xmlns:a16="http://schemas.microsoft.com/office/drawing/2014/main" id="{D55D3DD0-ED40-47C1-B841-046E1D918B22}"/>
              </a:ext>
            </a:extLst>
          </p:cNvPr>
          <p:cNvSpPr>
            <a:spLocks noGrp="1"/>
          </p:cNvSpPr>
          <p:nvPr>
            <p:ph type="title" hasCustomPrompt="1"/>
          </p:nvPr>
        </p:nvSpPr>
        <p:spPr>
          <a:xfrm>
            <a:off x="2452697" y="1581912"/>
            <a:ext cx="7286605" cy="634323"/>
          </a:xfrm>
        </p:spPr>
        <p:txBody>
          <a:bodyPr>
            <a:normAutofit/>
          </a:bodyPr>
          <a:lstStyle>
            <a:lvl1pPr algn="ctr">
              <a:lnSpc>
                <a:spcPct val="125000"/>
              </a:lnSpc>
              <a:defRPr sz="2800">
                <a:ln w="19050">
                  <a:solidFill>
                    <a:schemeClr val="bg1"/>
                  </a:solidFill>
                </a:ln>
              </a:defRPr>
            </a:lvl1pPr>
          </a:lstStyle>
          <a:p>
            <a:r>
              <a:rPr lang="en-US" dirty="0"/>
              <a:t>Click to add title</a:t>
            </a:r>
          </a:p>
        </p:txBody>
      </p:sp>
      <p:sp>
        <p:nvSpPr>
          <p:cNvPr id="4" name="Picture Placeholder 3">
            <a:extLst>
              <a:ext uri="{FF2B5EF4-FFF2-40B4-BE49-F238E27FC236}">
                <a16:creationId xmlns:a16="http://schemas.microsoft.com/office/drawing/2014/main" id="{23C97099-E767-429A-80C6-731FB9D295F4}"/>
              </a:ext>
            </a:extLst>
          </p:cNvPr>
          <p:cNvSpPr>
            <a:spLocks noGrp="1"/>
          </p:cNvSpPr>
          <p:nvPr>
            <p:ph type="pic" sz="quarter" idx="32"/>
          </p:nvPr>
        </p:nvSpPr>
        <p:spPr>
          <a:xfrm>
            <a:off x="1510614" y="2847098"/>
            <a:ext cx="603504" cy="603504"/>
          </a:xfrm>
        </p:spPr>
        <p:txBody>
          <a:bodyPr anchor="ctr">
            <a:normAutofit/>
          </a:bodyPr>
          <a:lstStyle>
            <a:lvl1pPr marL="0" indent="0" algn="ctr">
              <a:buNone/>
              <a:defRPr sz="900">
                <a:solidFill>
                  <a:schemeClr val="bg1"/>
                </a:solidFill>
              </a:defRPr>
            </a:lvl1pPr>
          </a:lstStyle>
          <a:p>
            <a:r>
              <a:rPr lang="en-US"/>
              <a:t>Click icon to add picture</a:t>
            </a:r>
            <a:endParaRPr lang="en-US" dirty="0"/>
          </a:p>
        </p:txBody>
      </p:sp>
      <p:sp>
        <p:nvSpPr>
          <p:cNvPr id="22" name="Picture Placeholder 3">
            <a:extLst>
              <a:ext uri="{FF2B5EF4-FFF2-40B4-BE49-F238E27FC236}">
                <a16:creationId xmlns:a16="http://schemas.microsoft.com/office/drawing/2014/main" id="{E2E22B87-E0E3-4234-B4FA-C9FC97DEDCB3}"/>
              </a:ext>
            </a:extLst>
          </p:cNvPr>
          <p:cNvSpPr>
            <a:spLocks noGrp="1"/>
          </p:cNvSpPr>
          <p:nvPr>
            <p:ph type="pic" sz="quarter" idx="33"/>
          </p:nvPr>
        </p:nvSpPr>
        <p:spPr>
          <a:xfrm>
            <a:off x="4369110" y="2847098"/>
            <a:ext cx="603504" cy="603504"/>
          </a:xfrm>
        </p:spPr>
        <p:txBody>
          <a:bodyPr anchor="ctr">
            <a:normAutofit/>
          </a:bodyPr>
          <a:lstStyle>
            <a:lvl1pPr marL="0" indent="0" algn="ctr">
              <a:buNone/>
              <a:defRPr sz="900">
                <a:solidFill>
                  <a:schemeClr val="bg1"/>
                </a:solidFill>
              </a:defRPr>
            </a:lvl1pPr>
          </a:lstStyle>
          <a:p>
            <a:r>
              <a:rPr lang="en-US"/>
              <a:t>Click icon to add picture</a:t>
            </a:r>
            <a:endParaRPr lang="en-US" dirty="0"/>
          </a:p>
        </p:txBody>
      </p:sp>
      <p:sp>
        <p:nvSpPr>
          <p:cNvPr id="24" name="Picture Placeholder 3">
            <a:extLst>
              <a:ext uri="{FF2B5EF4-FFF2-40B4-BE49-F238E27FC236}">
                <a16:creationId xmlns:a16="http://schemas.microsoft.com/office/drawing/2014/main" id="{8EF1B794-5E10-4558-B229-0D8F5895CCAE}"/>
              </a:ext>
            </a:extLst>
          </p:cNvPr>
          <p:cNvSpPr>
            <a:spLocks noGrp="1"/>
          </p:cNvSpPr>
          <p:nvPr>
            <p:ph type="pic" sz="quarter" idx="34"/>
          </p:nvPr>
        </p:nvSpPr>
        <p:spPr>
          <a:xfrm>
            <a:off x="7227608" y="2847098"/>
            <a:ext cx="603504" cy="603504"/>
          </a:xfrm>
        </p:spPr>
        <p:txBody>
          <a:bodyPr anchor="ctr">
            <a:normAutofit/>
          </a:bodyPr>
          <a:lstStyle>
            <a:lvl1pPr marL="0" indent="0" algn="ctr">
              <a:buNone/>
              <a:defRPr sz="900">
                <a:solidFill>
                  <a:schemeClr val="bg1"/>
                </a:solidFill>
              </a:defRPr>
            </a:lvl1pPr>
          </a:lstStyle>
          <a:p>
            <a:r>
              <a:rPr lang="en-US"/>
              <a:t>Click icon to add picture</a:t>
            </a:r>
            <a:endParaRPr lang="en-US" dirty="0"/>
          </a:p>
        </p:txBody>
      </p:sp>
      <p:sp>
        <p:nvSpPr>
          <p:cNvPr id="25" name="Picture Placeholder 3">
            <a:extLst>
              <a:ext uri="{FF2B5EF4-FFF2-40B4-BE49-F238E27FC236}">
                <a16:creationId xmlns:a16="http://schemas.microsoft.com/office/drawing/2014/main" id="{5ECB6791-2C34-417D-9AB9-03C9A8BBDF91}"/>
              </a:ext>
            </a:extLst>
          </p:cNvPr>
          <p:cNvSpPr>
            <a:spLocks noGrp="1"/>
          </p:cNvSpPr>
          <p:nvPr>
            <p:ph type="pic" sz="quarter" idx="35"/>
          </p:nvPr>
        </p:nvSpPr>
        <p:spPr>
          <a:xfrm>
            <a:off x="10078575" y="2847098"/>
            <a:ext cx="603504" cy="603504"/>
          </a:xfrm>
        </p:spPr>
        <p:txBody>
          <a:bodyPr anchor="ctr">
            <a:normAutofit/>
          </a:bodyPr>
          <a:lstStyle>
            <a:lvl1pPr marL="0" indent="0" algn="ctr">
              <a:buNone/>
              <a:defRPr sz="900">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344519299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roduct Benefits">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7C8E50C-1C7A-4E62-B38F-3E12A174C85B}"/>
              </a:ext>
            </a:extLst>
          </p:cNvPr>
          <p:cNvPicPr>
            <a:picLocks noChangeAspect="1"/>
          </p:cNvPicPr>
          <p:nvPr userDrawn="1"/>
        </p:nvPicPr>
        <p:blipFill>
          <a:blip r:embed="rId2"/>
          <a:stretch>
            <a:fillRect/>
          </a:stretch>
        </p:blipFill>
        <p:spPr>
          <a:xfrm>
            <a:off x="1690" y="0"/>
            <a:ext cx="12188620" cy="6858000"/>
          </a:xfrm>
          <a:prstGeom prst="rect">
            <a:avLst/>
          </a:prstGeom>
        </p:spPr>
      </p:pic>
      <p:sp>
        <p:nvSpPr>
          <p:cNvPr id="7" name="Picture Placeholder 7">
            <a:extLst>
              <a:ext uri="{FF2B5EF4-FFF2-40B4-BE49-F238E27FC236}">
                <a16:creationId xmlns:a16="http://schemas.microsoft.com/office/drawing/2014/main" id="{7AF7405C-6DF9-4409-85F0-8C1DCCC0AC61}"/>
              </a:ext>
            </a:extLst>
          </p:cNvPr>
          <p:cNvSpPr>
            <a:spLocks noGrp="1"/>
          </p:cNvSpPr>
          <p:nvPr>
            <p:ph type="pic" sz="quarter" idx="13" hasCustomPrompt="1"/>
          </p:nvPr>
        </p:nvSpPr>
        <p:spPr>
          <a:xfrm>
            <a:off x="622570" y="729926"/>
            <a:ext cx="6456836" cy="5388772"/>
          </a:xfrm>
        </p:spPr>
        <p:txBody>
          <a:bodyPr/>
          <a:lstStyle>
            <a:lvl1pPr marL="0" indent="0" algn="ctr">
              <a:buNone/>
              <a:defRPr>
                <a:solidFill>
                  <a:schemeClr val="bg1"/>
                </a:solidFill>
              </a:defRPr>
            </a:lvl1pPr>
          </a:lstStyle>
          <a:p>
            <a:r>
              <a:rPr lang="en-US" dirty="0"/>
              <a:t>Click to add photo</a:t>
            </a:r>
          </a:p>
        </p:txBody>
      </p:sp>
      <p:sp>
        <p:nvSpPr>
          <p:cNvPr id="2" name="Title 1">
            <a:extLst>
              <a:ext uri="{FF2B5EF4-FFF2-40B4-BE49-F238E27FC236}">
                <a16:creationId xmlns:a16="http://schemas.microsoft.com/office/drawing/2014/main" id="{4C883B71-4A78-4B93-97F2-F54D7DC10020}"/>
              </a:ext>
            </a:extLst>
          </p:cNvPr>
          <p:cNvSpPr>
            <a:spLocks noGrp="1"/>
          </p:cNvSpPr>
          <p:nvPr>
            <p:ph type="title" hasCustomPrompt="1"/>
          </p:nvPr>
        </p:nvSpPr>
        <p:spPr>
          <a:xfrm>
            <a:off x="6467704" y="1881922"/>
            <a:ext cx="5749200" cy="3084630"/>
          </a:xfrm>
          <a:solidFill>
            <a:schemeClr val="bg2">
              <a:alpha val="93000"/>
            </a:schemeClr>
          </a:solidFill>
        </p:spPr>
        <p:txBody>
          <a:bodyPr lIns="694944" tIns="713232" anchor="t">
            <a:normAutofit/>
          </a:bodyPr>
          <a:lstStyle>
            <a:lvl1pPr algn="l">
              <a:lnSpc>
                <a:spcPct val="100000"/>
              </a:lnSpc>
              <a:defRPr sz="2800"/>
            </a:lvl1pPr>
          </a:lstStyle>
          <a:p>
            <a:r>
              <a:rPr lang="en-US" dirty="0"/>
              <a:t>Click to add title</a:t>
            </a:r>
          </a:p>
        </p:txBody>
      </p:sp>
      <p:sp>
        <p:nvSpPr>
          <p:cNvPr id="9" name="Text Placeholder 17">
            <a:extLst>
              <a:ext uri="{FF2B5EF4-FFF2-40B4-BE49-F238E27FC236}">
                <a16:creationId xmlns:a16="http://schemas.microsoft.com/office/drawing/2014/main" id="{83F286D7-A050-456B-BDD3-3FFAA21A8099}"/>
              </a:ext>
            </a:extLst>
          </p:cNvPr>
          <p:cNvSpPr>
            <a:spLocks noGrp="1"/>
          </p:cNvSpPr>
          <p:nvPr>
            <p:ph type="body" sz="quarter" idx="15" hasCustomPrompt="1"/>
          </p:nvPr>
        </p:nvSpPr>
        <p:spPr>
          <a:xfrm>
            <a:off x="7079405" y="3201410"/>
            <a:ext cx="4614604" cy="1291638"/>
          </a:xfrm>
        </p:spPr>
        <p:txBody>
          <a:bodyPr>
            <a:noAutofit/>
          </a:bodyPr>
          <a:lstStyle>
            <a:lvl1pPr marL="0" indent="0" algn="l">
              <a:lnSpc>
                <a:spcPct val="125000"/>
              </a:lnSpc>
              <a:buNone/>
              <a:defRPr sz="1400" spc="100" baseline="0">
                <a:solidFill>
                  <a:schemeClr val="accent2"/>
                </a:solidFill>
              </a:defRPr>
            </a:lvl1pPr>
          </a:lstStyle>
          <a:p>
            <a:pPr lvl="0"/>
            <a:r>
              <a:rPr lang="en-US"/>
              <a:t>Click to add text</a:t>
            </a:r>
          </a:p>
        </p:txBody>
      </p:sp>
      <p:sp>
        <p:nvSpPr>
          <p:cNvPr id="3" name="Date Placeholder 2">
            <a:extLst>
              <a:ext uri="{FF2B5EF4-FFF2-40B4-BE49-F238E27FC236}">
                <a16:creationId xmlns:a16="http://schemas.microsoft.com/office/drawing/2014/main" id="{4A927E28-2C60-4D18-8BB3-DC9627E13C59}"/>
              </a:ext>
            </a:extLst>
          </p:cNvPr>
          <p:cNvSpPr>
            <a:spLocks noGrp="1"/>
          </p:cNvSpPr>
          <p:nvPr>
            <p:ph type="dt" sz="half" idx="10"/>
          </p:nvPr>
        </p:nvSpPr>
        <p:spPr/>
        <p:txBody>
          <a:bodyPr/>
          <a:lstStyle/>
          <a:p>
            <a:r>
              <a:rPr lang="en-US"/>
              <a:t>8/06/20XX</a:t>
            </a:r>
            <a:endParaRPr lang="en-US" dirty="0"/>
          </a:p>
        </p:txBody>
      </p:sp>
      <p:sp>
        <p:nvSpPr>
          <p:cNvPr id="4" name="Footer Placeholder 3">
            <a:extLst>
              <a:ext uri="{FF2B5EF4-FFF2-40B4-BE49-F238E27FC236}">
                <a16:creationId xmlns:a16="http://schemas.microsoft.com/office/drawing/2014/main" id="{4290EE45-541D-483E-A0B8-5997A2F98DA3}"/>
              </a:ext>
            </a:extLst>
          </p:cNvPr>
          <p:cNvSpPr>
            <a:spLocks noGrp="1"/>
          </p:cNvSpPr>
          <p:nvPr>
            <p:ph type="ftr" sz="quarter" idx="11"/>
          </p:nvPr>
        </p:nvSpPr>
        <p:spPr/>
        <p:txBody>
          <a:bodyPr/>
          <a:lstStyle/>
          <a:p>
            <a:r>
              <a:rPr lang="en-US"/>
              <a:t>PITCH DECK</a:t>
            </a:r>
            <a:endParaRPr lang="en-US" dirty="0"/>
          </a:p>
        </p:txBody>
      </p:sp>
      <p:sp>
        <p:nvSpPr>
          <p:cNvPr id="5" name="Slide Number Placeholder 4">
            <a:extLst>
              <a:ext uri="{FF2B5EF4-FFF2-40B4-BE49-F238E27FC236}">
                <a16:creationId xmlns:a16="http://schemas.microsoft.com/office/drawing/2014/main" id="{504E100B-E96A-45D4-9553-51CF2CBA55DD}"/>
              </a:ext>
            </a:extLst>
          </p:cNvPr>
          <p:cNvSpPr>
            <a:spLocks noGrp="1"/>
          </p:cNvSpPr>
          <p:nvPr>
            <p:ph type="sldNum" sz="quarter" idx="12"/>
          </p:nvPr>
        </p:nvSpPr>
        <p:spPr/>
        <p:txBody>
          <a:bodyPr/>
          <a:lstStyle/>
          <a:p>
            <a:fld id="{A402E4C0-AD5E-4E8C-9F21-7CCE474BDCEB}" type="slidenum">
              <a:rPr lang="en-US" smtClean="0"/>
              <a:t>‹#›</a:t>
            </a:fld>
            <a:endParaRPr lang="en-US" dirty="0"/>
          </a:p>
        </p:txBody>
      </p:sp>
    </p:spTree>
    <p:extLst>
      <p:ext uri="{BB962C8B-B14F-4D97-AF65-F5344CB8AC3E}">
        <p14:creationId xmlns:p14="http://schemas.microsoft.com/office/powerpoint/2010/main" val="177012408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ny Overview">
    <p:spTree>
      <p:nvGrpSpPr>
        <p:cNvPr id="1" name=""/>
        <p:cNvGrpSpPr/>
        <p:nvPr/>
      </p:nvGrpSpPr>
      <p:grpSpPr>
        <a:xfrm>
          <a:off x="0" y="0"/>
          <a:ext cx="0" cy="0"/>
          <a:chOff x="0" y="0"/>
          <a:chExt cx="0" cy="0"/>
        </a:xfrm>
      </p:grpSpPr>
      <p:sp>
        <p:nvSpPr>
          <p:cNvPr id="5" name="Picture Placeholder 7">
            <a:extLst>
              <a:ext uri="{FF2B5EF4-FFF2-40B4-BE49-F238E27FC236}">
                <a16:creationId xmlns:a16="http://schemas.microsoft.com/office/drawing/2014/main" id="{E757B982-FF4B-4902-B808-FC325983FD9C}"/>
              </a:ext>
            </a:extLst>
          </p:cNvPr>
          <p:cNvSpPr>
            <a:spLocks noGrp="1"/>
          </p:cNvSpPr>
          <p:nvPr>
            <p:ph type="pic" sz="quarter" idx="13" hasCustomPrompt="1"/>
          </p:nvPr>
        </p:nvSpPr>
        <p:spPr>
          <a:xfrm flipH="1">
            <a:off x="0" y="0"/>
            <a:ext cx="12192000" cy="6858000"/>
          </a:xfrm>
        </p:spPr>
        <p:txBody>
          <a:bodyPr/>
          <a:lstStyle>
            <a:lvl1pPr marL="0" indent="0" algn="ctr">
              <a:buNone/>
              <a:defRPr>
                <a:solidFill>
                  <a:schemeClr val="tx1"/>
                </a:solidFill>
              </a:defRPr>
            </a:lvl1pPr>
          </a:lstStyle>
          <a:p>
            <a:r>
              <a:rPr lang="en-US" dirty="0"/>
              <a:t>Click to add photo</a:t>
            </a:r>
          </a:p>
        </p:txBody>
      </p:sp>
      <p:sp>
        <p:nvSpPr>
          <p:cNvPr id="2" name="Title 1">
            <a:extLst>
              <a:ext uri="{FF2B5EF4-FFF2-40B4-BE49-F238E27FC236}">
                <a16:creationId xmlns:a16="http://schemas.microsoft.com/office/drawing/2014/main" id="{4D7337BF-9564-499D-91CE-9DDD9C969339}"/>
              </a:ext>
            </a:extLst>
          </p:cNvPr>
          <p:cNvSpPr>
            <a:spLocks noGrp="1"/>
          </p:cNvSpPr>
          <p:nvPr>
            <p:ph type="title" hasCustomPrompt="1"/>
          </p:nvPr>
        </p:nvSpPr>
        <p:spPr>
          <a:xfrm>
            <a:off x="1403350" y="1371599"/>
            <a:ext cx="9385300" cy="985791"/>
          </a:xfrm>
        </p:spPr>
        <p:txBody>
          <a:bodyPr>
            <a:noAutofit/>
          </a:bodyPr>
          <a:lstStyle>
            <a:lvl1pPr algn="ctr">
              <a:defRPr sz="5400">
                <a:ln w="19050">
                  <a:solidFill>
                    <a:schemeClr val="accent5"/>
                  </a:solidFill>
                </a:ln>
              </a:defRPr>
            </a:lvl1pPr>
          </a:lstStyle>
          <a:p>
            <a:r>
              <a:rPr lang="en-US" dirty="0"/>
              <a:t>Click to add title</a:t>
            </a:r>
          </a:p>
        </p:txBody>
      </p:sp>
    </p:spTree>
    <p:extLst>
      <p:ext uri="{BB962C8B-B14F-4D97-AF65-F5344CB8AC3E}">
        <p14:creationId xmlns:p14="http://schemas.microsoft.com/office/powerpoint/2010/main" val="362790037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usiness Model">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2684757-E21D-414B-B627-1E0D15F89CA8}"/>
              </a:ext>
            </a:extLst>
          </p:cNvPr>
          <p:cNvPicPr>
            <a:picLocks noChangeAspect="1"/>
          </p:cNvPicPr>
          <p:nvPr userDrawn="1"/>
        </p:nvPicPr>
        <p:blipFill>
          <a:blip r:embed="rId2"/>
          <a:stretch>
            <a:fillRect/>
          </a:stretch>
        </p:blipFill>
        <p:spPr>
          <a:xfrm>
            <a:off x="1690" y="0"/>
            <a:ext cx="12188620" cy="6858000"/>
          </a:xfrm>
          <a:prstGeom prst="rect">
            <a:avLst/>
          </a:prstGeom>
        </p:spPr>
      </p:pic>
      <p:sp>
        <p:nvSpPr>
          <p:cNvPr id="11" name="Picture Placeholder 7">
            <a:extLst>
              <a:ext uri="{FF2B5EF4-FFF2-40B4-BE49-F238E27FC236}">
                <a16:creationId xmlns:a16="http://schemas.microsoft.com/office/drawing/2014/main" id="{927250C7-CB58-468C-B8BB-17DB85D4F242}"/>
              </a:ext>
            </a:extLst>
          </p:cNvPr>
          <p:cNvSpPr>
            <a:spLocks noGrp="1"/>
          </p:cNvSpPr>
          <p:nvPr>
            <p:ph type="pic" sz="quarter" idx="13" hasCustomPrompt="1"/>
          </p:nvPr>
        </p:nvSpPr>
        <p:spPr>
          <a:xfrm>
            <a:off x="5011738" y="0"/>
            <a:ext cx="7196930" cy="6867376"/>
          </a:xfrm>
        </p:spPr>
        <p:txBody>
          <a:bodyPr/>
          <a:lstStyle>
            <a:lvl1pPr marL="0" indent="0" algn="ctr">
              <a:buNone/>
              <a:defRPr>
                <a:solidFill>
                  <a:schemeClr val="bg1"/>
                </a:solidFill>
              </a:defRPr>
            </a:lvl1pPr>
          </a:lstStyle>
          <a:p>
            <a:r>
              <a:rPr lang="en-US" dirty="0"/>
              <a:t>Click to add photo</a:t>
            </a:r>
          </a:p>
        </p:txBody>
      </p:sp>
      <p:sp>
        <p:nvSpPr>
          <p:cNvPr id="2" name="Title 1">
            <a:extLst>
              <a:ext uri="{FF2B5EF4-FFF2-40B4-BE49-F238E27FC236}">
                <a16:creationId xmlns:a16="http://schemas.microsoft.com/office/drawing/2014/main" id="{376BB3F6-84AB-40BA-9D7D-7C1E13C0E159}"/>
              </a:ext>
            </a:extLst>
          </p:cNvPr>
          <p:cNvSpPr>
            <a:spLocks noGrp="1"/>
          </p:cNvSpPr>
          <p:nvPr>
            <p:ph type="title" hasCustomPrompt="1"/>
          </p:nvPr>
        </p:nvSpPr>
        <p:spPr>
          <a:xfrm>
            <a:off x="-1" y="1036629"/>
            <a:ext cx="6007099" cy="4784742"/>
          </a:xfrm>
          <a:solidFill>
            <a:schemeClr val="accent6">
              <a:alpha val="80000"/>
            </a:schemeClr>
          </a:solidFill>
        </p:spPr>
        <p:txBody>
          <a:bodyPr lIns="822960" tIns="640080" anchor="t">
            <a:normAutofit/>
          </a:bodyPr>
          <a:lstStyle>
            <a:lvl1pPr algn="l">
              <a:lnSpc>
                <a:spcPct val="100000"/>
              </a:lnSpc>
              <a:defRPr sz="2800"/>
            </a:lvl1pPr>
          </a:lstStyle>
          <a:p>
            <a:r>
              <a:rPr lang="en-US" dirty="0"/>
              <a:t>Click to add title</a:t>
            </a:r>
          </a:p>
        </p:txBody>
      </p:sp>
      <p:sp>
        <p:nvSpPr>
          <p:cNvPr id="16" name="Text Placeholder 14">
            <a:extLst>
              <a:ext uri="{FF2B5EF4-FFF2-40B4-BE49-F238E27FC236}">
                <a16:creationId xmlns:a16="http://schemas.microsoft.com/office/drawing/2014/main" id="{6A7AB969-4D8E-41B0-A403-6D1D41CD5167}"/>
              </a:ext>
            </a:extLst>
          </p:cNvPr>
          <p:cNvSpPr>
            <a:spLocks noGrp="1"/>
          </p:cNvSpPr>
          <p:nvPr>
            <p:ph type="body" sz="quarter" idx="22" hasCustomPrompt="1"/>
          </p:nvPr>
        </p:nvSpPr>
        <p:spPr>
          <a:xfrm>
            <a:off x="729016" y="2368506"/>
            <a:ext cx="4771030" cy="365125"/>
          </a:xfrm>
          <a:prstGeom prst="rect">
            <a:avLst/>
          </a:prstGeom>
        </p:spPr>
        <p:txBody>
          <a:bodyPr/>
          <a:lstStyle>
            <a:lvl1pPr marL="0" indent="0">
              <a:buNone/>
              <a:defRPr sz="1600" cap="all" spc="200" baseline="0">
                <a:solidFill>
                  <a:schemeClr val="accent2"/>
                </a:solidFill>
                <a:latin typeface="+mj-lt"/>
              </a:defRPr>
            </a:lvl1pPr>
          </a:lstStyle>
          <a:p>
            <a:pPr lvl="0"/>
            <a:r>
              <a:rPr lang="en-US"/>
              <a:t>Click to add title</a:t>
            </a:r>
          </a:p>
        </p:txBody>
      </p:sp>
      <p:sp>
        <p:nvSpPr>
          <p:cNvPr id="15" name="Text Placeholder 14">
            <a:extLst>
              <a:ext uri="{FF2B5EF4-FFF2-40B4-BE49-F238E27FC236}">
                <a16:creationId xmlns:a16="http://schemas.microsoft.com/office/drawing/2014/main" id="{08F82904-47D8-4EB9-A697-8ED11274C40F}"/>
              </a:ext>
            </a:extLst>
          </p:cNvPr>
          <p:cNvSpPr>
            <a:spLocks noGrp="1"/>
          </p:cNvSpPr>
          <p:nvPr>
            <p:ph type="body" sz="quarter" idx="18" hasCustomPrompt="1"/>
          </p:nvPr>
        </p:nvSpPr>
        <p:spPr>
          <a:xfrm>
            <a:off x="729017" y="2605040"/>
            <a:ext cx="4771030" cy="801073"/>
          </a:xfrm>
          <a:prstGeom prst="rect">
            <a:avLst/>
          </a:prstGeom>
        </p:spPr>
        <p:txBody>
          <a:bodyPr>
            <a:normAutofit/>
          </a:bodyPr>
          <a:lstStyle>
            <a:lvl1pPr marL="0" indent="0">
              <a:lnSpc>
                <a:spcPct val="114000"/>
              </a:lnSpc>
              <a:spcBef>
                <a:spcPts val="0"/>
              </a:spcBef>
              <a:buNone/>
              <a:defRPr sz="1400" cap="none" spc="100" baseline="0">
                <a:solidFill>
                  <a:schemeClr val="accent2"/>
                </a:solidFill>
                <a:latin typeface="+mn-lt"/>
              </a:defRPr>
            </a:lvl1pPr>
          </a:lstStyle>
          <a:p>
            <a:pPr lvl="0"/>
            <a:r>
              <a:rPr lang="en-US"/>
              <a:t>Click to add text</a:t>
            </a:r>
          </a:p>
        </p:txBody>
      </p:sp>
      <p:sp>
        <p:nvSpPr>
          <p:cNvPr id="22" name="Text Placeholder 14">
            <a:extLst>
              <a:ext uri="{FF2B5EF4-FFF2-40B4-BE49-F238E27FC236}">
                <a16:creationId xmlns:a16="http://schemas.microsoft.com/office/drawing/2014/main" id="{44501739-C457-4C98-A458-5B3639CFB821}"/>
              </a:ext>
            </a:extLst>
          </p:cNvPr>
          <p:cNvSpPr>
            <a:spLocks noGrp="1"/>
          </p:cNvSpPr>
          <p:nvPr>
            <p:ph type="body" sz="quarter" idx="24" hasCustomPrompt="1"/>
          </p:nvPr>
        </p:nvSpPr>
        <p:spPr>
          <a:xfrm>
            <a:off x="729016" y="3544629"/>
            <a:ext cx="4771030" cy="365125"/>
          </a:xfrm>
          <a:prstGeom prst="rect">
            <a:avLst/>
          </a:prstGeom>
        </p:spPr>
        <p:txBody>
          <a:bodyPr/>
          <a:lstStyle>
            <a:lvl1pPr marL="0" indent="0">
              <a:buNone/>
              <a:defRPr sz="1600" cap="all" spc="200" baseline="0">
                <a:solidFill>
                  <a:schemeClr val="accent2"/>
                </a:solidFill>
                <a:latin typeface="+mj-lt"/>
              </a:defRPr>
            </a:lvl1pPr>
          </a:lstStyle>
          <a:p>
            <a:pPr lvl="0"/>
            <a:r>
              <a:rPr lang="en-US"/>
              <a:t>Click to add title</a:t>
            </a:r>
          </a:p>
        </p:txBody>
      </p:sp>
      <p:sp>
        <p:nvSpPr>
          <p:cNvPr id="21" name="Text Placeholder 14">
            <a:extLst>
              <a:ext uri="{FF2B5EF4-FFF2-40B4-BE49-F238E27FC236}">
                <a16:creationId xmlns:a16="http://schemas.microsoft.com/office/drawing/2014/main" id="{503766A8-C36E-4337-9DB4-358A28B74319}"/>
              </a:ext>
            </a:extLst>
          </p:cNvPr>
          <p:cNvSpPr>
            <a:spLocks noGrp="1"/>
          </p:cNvSpPr>
          <p:nvPr>
            <p:ph type="body" sz="quarter" idx="23" hasCustomPrompt="1"/>
          </p:nvPr>
        </p:nvSpPr>
        <p:spPr>
          <a:xfrm>
            <a:off x="729017" y="3781163"/>
            <a:ext cx="4771030" cy="801073"/>
          </a:xfrm>
          <a:prstGeom prst="rect">
            <a:avLst/>
          </a:prstGeom>
        </p:spPr>
        <p:txBody>
          <a:bodyPr>
            <a:normAutofit/>
          </a:bodyPr>
          <a:lstStyle>
            <a:lvl1pPr marL="0" indent="0">
              <a:lnSpc>
                <a:spcPct val="114000"/>
              </a:lnSpc>
              <a:spcBef>
                <a:spcPts val="0"/>
              </a:spcBef>
              <a:buNone/>
              <a:defRPr sz="1400" cap="none" spc="100" baseline="0">
                <a:solidFill>
                  <a:schemeClr val="accent2"/>
                </a:solidFill>
                <a:latin typeface="+mn-lt"/>
              </a:defRPr>
            </a:lvl1pPr>
          </a:lstStyle>
          <a:p>
            <a:pPr lvl="0"/>
            <a:r>
              <a:rPr lang="en-US"/>
              <a:t>Click to add text</a:t>
            </a:r>
          </a:p>
        </p:txBody>
      </p:sp>
      <p:sp>
        <p:nvSpPr>
          <p:cNvPr id="24" name="Text Placeholder 14">
            <a:extLst>
              <a:ext uri="{FF2B5EF4-FFF2-40B4-BE49-F238E27FC236}">
                <a16:creationId xmlns:a16="http://schemas.microsoft.com/office/drawing/2014/main" id="{5F947925-2465-45AC-9A1E-7153477BBEEC}"/>
              </a:ext>
            </a:extLst>
          </p:cNvPr>
          <p:cNvSpPr>
            <a:spLocks noGrp="1"/>
          </p:cNvSpPr>
          <p:nvPr>
            <p:ph type="body" sz="quarter" idx="26" hasCustomPrompt="1"/>
          </p:nvPr>
        </p:nvSpPr>
        <p:spPr>
          <a:xfrm>
            <a:off x="729016" y="4739239"/>
            <a:ext cx="4771030" cy="365125"/>
          </a:xfrm>
          <a:prstGeom prst="rect">
            <a:avLst/>
          </a:prstGeom>
        </p:spPr>
        <p:txBody>
          <a:bodyPr/>
          <a:lstStyle>
            <a:lvl1pPr marL="0" indent="0">
              <a:buNone/>
              <a:defRPr sz="1600" cap="all" spc="200" baseline="0">
                <a:solidFill>
                  <a:schemeClr val="accent2"/>
                </a:solidFill>
                <a:latin typeface="+mj-lt"/>
              </a:defRPr>
            </a:lvl1pPr>
          </a:lstStyle>
          <a:p>
            <a:pPr lvl="0"/>
            <a:r>
              <a:rPr lang="en-US"/>
              <a:t>Click to add title</a:t>
            </a:r>
          </a:p>
        </p:txBody>
      </p:sp>
      <p:sp>
        <p:nvSpPr>
          <p:cNvPr id="23" name="Text Placeholder 14">
            <a:extLst>
              <a:ext uri="{FF2B5EF4-FFF2-40B4-BE49-F238E27FC236}">
                <a16:creationId xmlns:a16="http://schemas.microsoft.com/office/drawing/2014/main" id="{6FC86B0E-A85D-444A-BC2A-B7A5FF1D48D5}"/>
              </a:ext>
            </a:extLst>
          </p:cNvPr>
          <p:cNvSpPr>
            <a:spLocks noGrp="1"/>
          </p:cNvSpPr>
          <p:nvPr>
            <p:ph type="body" sz="quarter" idx="25" hasCustomPrompt="1"/>
          </p:nvPr>
        </p:nvSpPr>
        <p:spPr>
          <a:xfrm>
            <a:off x="729017" y="4975773"/>
            <a:ext cx="4771030" cy="546815"/>
          </a:xfrm>
          <a:prstGeom prst="rect">
            <a:avLst/>
          </a:prstGeom>
        </p:spPr>
        <p:txBody>
          <a:bodyPr>
            <a:normAutofit/>
          </a:bodyPr>
          <a:lstStyle>
            <a:lvl1pPr marL="0" indent="0">
              <a:lnSpc>
                <a:spcPct val="114000"/>
              </a:lnSpc>
              <a:spcBef>
                <a:spcPts val="0"/>
              </a:spcBef>
              <a:buNone/>
              <a:defRPr sz="1400" cap="none" spc="100" baseline="0">
                <a:solidFill>
                  <a:schemeClr val="accent2"/>
                </a:solidFill>
                <a:latin typeface="+mn-lt"/>
              </a:defRPr>
            </a:lvl1pPr>
          </a:lstStyle>
          <a:p>
            <a:pPr lvl="0"/>
            <a:r>
              <a:rPr lang="en-US"/>
              <a:t>Click to add text</a:t>
            </a:r>
          </a:p>
        </p:txBody>
      </p:sp>
      <p:sp>
        <p:nvSpPr>
          <p:cNvPr id="5" name="Date Placeholder 4">
            <a:extLst>
              <a:ext uri="{FF2B5EF4-FFF2-40B4-BE49-F238E27FC236}">
                <a16:creationId xmlns:a16="http://schemas.microsoft.com/office/drawing/2014/main" id="{BBA930A0-A89C-48EB-A039-375BDA735BBF}"/>
              </a:ext>
            </a:extLst>
          </p:cNvPr>
          <p:cNvSpPr>
            <a:spLocks noGrp="1"/>
          </p:cNvSpPr>
          <p:nvPr>
            <p:ph type="dt" sz="half" idx="10"/>
          </p:nvPr>
        </p:nvSpPr>
        <p:spPr/>
        <p:txBody>
          <a:bodyPr/>
          <a:lstStyle/>
          <a:p>
            <a:r>
              <a:rPr lang="en-US"/>
              <a:t>8/06/20XX</a:t>
            </a:r>
            <a:endParaRPr lang="en-US" dirty="0"/>
          </a:p>
        </p:txBody>
      </p:sp>
      <p:sp>
        <p:nvSpPr>
          <p:cNvPr id="6" name="Footer Placeholder 5">
            <a:extLst>
              <a:ext uri="{FF2B5EF4-FFF2-40B4-BE49-F238E27FC236}">
                <a16:creationId xmlns:a16="http://schemas.microsoft.com/office/drawing/2014/main" id="{A02A2494-B27D-418F-9D5E-8DE4FFB491B3}"/>
              </a:ext>
            </a:extLst>
          </p:cNvPr>
          <p:cNvSpPr>
            <a:spLocks noGrp="1"/>
          </p:cNvSpPr>
          <p:nvPr>
            <p:ph type="ftr" sz="quarter" idx="11"/>
          </p:nvPr>
        </p:nvSpPr>
        <p:spPr/>
        <p:txBody>
          <a:bodyPr/>
          <a:lstStyle/>
          <a:p>
            <a:r>
              <a:rPr lang="en-US"/>
              <a:t>PITCH DECK</a:t>
            </a:r>
            <a:endParaRPr lang="en-US" dirty="0"/>
          </a:p>
        </p:txBody>
      </p:sp>
      <p:sp>
        <p:nvSpPr>
          <p:cNvPr id="7" name="Slide Number Placeholder 6">
            <a:extLst>
              <a:ext uri="{FF2B5EF4-FFF2-40B4-BE49-F238E27FC236}">
                <a16:creationId xmlns:a16="http://schemas.microsoft.com/office/drawing/2014/main" id="{04B0DC46-AFFB-4CCA-B5AE-7028C4E26619}"/>
              </a:ext>
            </a:extLst>
          </p:cNvPr>
          <p:cNvSpPr>
            <a:spLocks noGrp="1"/>
          </p:cNvSpPr>
          <p:nvPr>
            <p:ph type="sldNum" sz="quarter" idx="12"/>
          </p:nvPr>
        </p:nvSpPr>
        <p:spPr/>
        <p:txBody>
          <a:bodyPr/>
          <a:lstStyle/>
          <a:p>
            <a:fld id="{A402E4C0-AD5E-4E8C-9F21-7CCE474BDCEB}" type="slidenum">
              <a:rPr lang="en-US" smtClean="0"/>
              <a:t>‹#›</a:t>
            </a:fld>
            <a:endParaRPr lang="en-US" dirty="0"/>
          </a:p>
        </p:txBody>
      </p:sp>
    </p:spTree>
    <p:extLst>
      <p:ext uri="{BB962C8B-B14F-4D97-AF65-F5344CB8AC3E}">
        <p14:creationId xmlns:p14="http://schemas.microsoft.com/office/powerpoint/2010/main" val="233196738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arket Overview">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927D588-C832-4149-9B9F-D817459D8B7F}"/>
              </a:ext>
            </a:extLst>
          </p:cNvPr>
          <p:cNvPicPr>
            <a:picLocks noChangeAspect="1"/>
          </p:cNvPicPr>
          <p:nvPr userDrawn="1"/>
        </p:nvPicPr>
        <p:blipFill>
          <a:blip r:embed="rId2"/>
          <a:stretch>
            <a:fillRect/>
          </a:stretch>
        </p:blipFill>
        <p:spPr>
          <a:xfrm>
            <a:off x="1690" y="0"/>
            <a:ext cx="12188620" cy="6858000"/>
          </a:xfrm>
          <a:prstGeom prst="rect">
            <a:avLst/>
          </a:prstGeom>
        </p:spPr>
      </p:pic>
      <p:sp>
        <p:nvSpPr>
          <p:cNvPr id="5" name="Date Placeholder 4">
            <a:extLst>
              <a:ext uri="{FF2B5EF4-FFF2-40B4-BE49-F238E27FC236}">
                <a16:creationId xmlns:a16="http://schemas.microsoft.com/office/drawing/2014/main" id="{A410CE2C-509A-4C33-AB34-6F278F1171B9}"/>
              </a:ext>
            </a:extLst>
          </p:cNvPr>
          <p:cNvSpPr>
            <a:spLocks noGrp="1"/>
          </p:cNvSpPr>
          <p:nvPr>
            <p:ph type="dt" sz="half" idx="10"/>
          </p:nvPr>
        </p:nvSpPr>
        <p:spPr/>
        <p:txBody>
          <a:bodyPr/>
          <a:lstStyle/>
          <a:p>
            <a:r>
              <a:rPr lang="en-US"/>
              <a:t>8/06/20XX</a:t>
            </a:r>
            <a:endParaRPr lang="en-US" dirty="0"/>
          </a:p>
        </p:txBody>
      </p:sp>
      <p:sp>
        <p:nvSpPr>
          <p:cNvPr id="6" name="Footer Placeholder 5">
            <a:extLst>
              <a:ext uri="{FF2B5EF4-FFF2-40B4-BE49-F238E27FC236}">
                <a16:creationId xmlns:a16="http://schemas.microsoft.com/office/drawing/2014/main" id="{78F06B8C-060C-4139-B354-239A56BB3422}"/>
              </a:ext>
            </a:extLst>
          </p:cNvPr>
          <p:cNvSpPr>
            <a:spLocks noGrp="1"/>
          </p:cNvSpPr>
          <p:nvPr>
            <p:ph type="ftr" sz="quarter" idx="11"/>
          </p:nvPr>
        </p:nvSpPr>
        <p:spPr/>
        <p:txBody>
          <a:bodyPr/>
          <a:lstStyle/>
          <a:p>
            <a:r>
              <a:rPr lang="en-US"/>
              <a:t>PITCH DECK</a:t>
            </a:r>
            <a:endParaRPr lang="en-US" dirty="0"/>
          </a:p>
        </p:txBody>
      </p:sp>
      <p:sp>
        <p:nvSpPr>
          <p:cNvPr id="7" name="Slide Number Placeholder 6">
            <a:extLst>
              <a:ext uri="{FF2B5EF4-FFF2-40B4-BE49-F238E27FC236}">
                <a16:creationId xmlns:a16="http://schemas.microsoft.com/office/drawing/2014/main" id="{957BE7C0-2680-40FD-88E4-27D6E7775DF3}"/>
              </a:ext>
            </a:extLst>
          </p:cNvPr>
          <p:cNvSpPr>
            <a:spLocks noGrp="1"/>
          </p:cNvSpPr>
          <p:nvPr>
            <p:ph type="sldNum" sz="quarter" idx="12"/>
          </p:nvPr>
        </p:nvSpPr>
        <p:spPr/>
        <p:txBody>
          <a:bodyPr/>
          <a:lstStyle/>
          <a:p>
            <a:fld id="{A402E4C0-AD5E-4E8C-9F21-7CCE474BDCEB}" type="slidenum">
              <a:rPr lang="en-US" smtClean="0"/>
              <a:t>‹#›</a:t>
            </a:fld>
            <a:endParaRPr lang="en-US" dirty="0"/>
          </a:p>
        </p:txBody>
      </p:sp>
      <p:sp>
        <p:nvSpPr>
          <p:cNvPr id="10" name="Text Placeholder 14">
            <a:extLst>
              <a:ext uri="{FF2B5EF4-FFF2-40B4-BE49-F238E27FC236}">
                <a16:creationId xmlns:a16="http://schemas.microsoft.com/office/drawing/2014/main" id="{01941F94-25C7-46EC-89FE-B12B54F77CFA}"/>
              </a:ext>
            </a:extLst>
          </p:cNvPr>
          <p:cNvSpPr>
            <a:spLocks noGrp="1"/>
          </p:cNvSpPr>
          <p:nvPr>
            <p:ph type="body" sz="quarter" idx="20" hasCustomPrompt="1"/>
          </p:nvPr>
        </p:nvSpPr>
        <p:spPr>
          <a:xfrm>
            <a:off x="816075" y="4076963"/>
            <a:ext cx="3035881" cy="1485635"/>
          </a:xfrm>
          <a:prstGeom prst="rect">
            <a:avLst/>
          </a:prstGeom>
        </p:spPr>
        <p:txBody>
          <a:bodyPr anchor="t"/>
          <a:lstStyle>
            <a:lvl1pPr marL="0" indent="0" algn="r">
              <a:lnSpc>
                <a:spcPct val="150000"/>
              </a:lnSpc>
              <a:spcBef>
                <a:spcPts val="0"/>
              </a:spcBef>
              <a:buClr>
                <a:schemeClr val="accent6"/>
              </a:buClr>
              <a:buFont typeface="Courier New" panose="02070309020205020404" pitchFamily="49" charset="0"/>
              <a:buNone/>
              <a:defRPr sz="1400" cap="none" spc="100" baseline="0">
                <a:solidFill>
                  <a:schemeClr val="bg1"/>
                </a:solidFill>
                <a:latin typeface="+mn-lt"/>
              </a:defRPr>
            </a:lvl1pPr>
          </a:lstStyle>
          <a:p>
            <a:pPr lvl="0"/>
            <a:r>
              <a:rPr lang="en-US"/>
              <a:t>Add text here</a:t>
            </a:r>
          </a:p>
        </p:txBody>
      </p:sp>
      <p:sp>
        <p:nvSpPr>
          <p:cNvPr id="11" name="Text Placeholder 10">
            <a:extLst>
              <a:ext uri="{FF2B5EF4-FFF2-40B4-BE49-F238E27FC236}">
                <a16:creationId xmlns:a16="http://schemas.microsoft.com/office/drawing/2014/main" id="{1DE2747E-A71B-4917-8960-56D4F927D8C5}"/>
              </a:ext>
            </a:extLst>
          </p:cNvPr>
          <p:cNvSpPr>
            <a:spLocks noGrp="1"/>
          </p:cNvSpPr>
          <p:nvPr>
            <p:ph type="body" sz="quarter" idx="14" hasCustomPrompt="1"/>
          </p:nvPr>
        </p:nvSpPr>
        <p:spPr>
          <a:xfrm>
            <a:off x="1201068" y="2806964"/>
            <a:ext cx="2693128" cy="991689"/>
          </a:xfrm>
          <a:prstGeom prst="rect">
            <a:avLst/>
          </a:prstGeom>
        </p:spPr>
        <p:txBody>
          <a:bodyPr anchor="b"/>
          <a:lstStyle>
            <a:lvl1pPr marL="0" indent="0" algn="r">
              <a:buNone/>
              <a:defRPr sz="4000" kern="0" cap="all" spc="400" baseline="0">
                <a:solidFill>
                  <a:schemeClr val="accent5"/>
                </a:solidFill>
                <a:latin typeface="+mj-lt"/>
              </a:defRPr>
            </a:lvl1pPr>
          </a:lstStyle>
          <a:p>
            <a:pPr lvl="0"/>
            <a:r>
              <a:rPr lang="en-US"/>
              <a:t>Add title</a:t>
            </a:r>
          </a:p>
        </p:txBody>
      </p:sp>
      <p:sp>
        <p:nvSpPr>
          <p:cNvPr id="12" name="Text Placeholder 14">
            <a:extLst>
              <a:ext uri="{FF2B5EF4-FFF2-40B4-BE49-F238E27FC236}">
                <a16:creationId xmlns:a16="http://schemas.microsoft.com/office/drawing/2014/main" id="{B3830FC7-44D5-48CD-AA84-4E262F2EB8C8}"/>
              </a:ext>
            </a:extLst>
          </p:cNvPr>
          <p:cNvSpPr>
            <a:spLocks noGrp="1"/>
          </p:cNvSpPr>
          <p:nvPr>
            <p:ph type="body" sz="quarter" idx="21" hasCustomPrompt="1"/>
          </p:nvPr>
        </p:nvSpPr>
        <p:spPr>
          <a:xfrm>
            <a:off x="4689632" y="4076963"/>
            <a:ext cx="3035880" cy="1485635"/>
          </a:xfrm>
          <a:prstGeom prst="rect">
            <a:avLst/>
          </a:prstGeom>
        </p:spPr>
        <p:txBody>
          <a:bodyPr anchor="t"/>
          <a:lstStyle>
            <a:lvl1pPr marL="0" indent="0" algn="r">
              <a:lnSpc>
                <a:spcPct val="150000"/>
              </a:lnSpc>
              <a:spcBef>
                <a:spcPts val="0"/>
              </a:spcBef>
              <a:buClr>
                <a:schemeClr val="accent6"/>
              </a:buClr>
              <a:buFont typeface="Courier New" panose="02070309020205020404" pitchFamily="49" charset="0"/>
              <a:buNone/>
              <a:defRPr sz="1400" cap="none" spc="100" baseline="0">
                <a:solidFill>
                  <a:schemeClr val="bg1"/>
                </a:solidFill>
                <a:latin typeface="+mn-lt"/>
              </a:defRPr>
            </a:lvl1pPr>
          </a:lstStyle>
          <a:p>
            <a:pPr lvl="0"/>
            <a:r>
              <a:rPr lang="en-US"/>
              <a:t>Add text here</a:t>
            </a:r>
          </a:p>
        </p:txBody>
      </p:sp>
      <p:sp>
        <p:nvSpPr>
          <p:cNvPr id="13" name="Text Placeholder 14">
            <a:extLst>
              <a:ext uri="{FF2B5EF4-FFF2-40B4-BE49-F238E27FC236}">
                <a16:creationId xmlns:a16="http://schemas.microsoft.com/office/drawing/2014/main" id="{51F423C9-E1B4-4BD9-98A5-9397C32447D9}"/>
              </a:ext>
            </a:extLst>
          </p:cNvPr>
          <p:cNvSpPr>
            <a:spLocks noGrp="1"/>
          </p:cNvSpPr>
          <p:nvPr>
            <p:ph type="body" sz="quarter" idx="23" hasCustomPrompt="1"/>
          </p:nvPr>
        </p:nvSpPr>
        <p:spPr>
          <a:xfrm>
            <a:off x="8563187" y="4076963"/>
            <a:ext cx="3023761" cy="1485635"/>
          </a:xfrm>
          <a:prstGeom prst="rect">
            <a:avLst/>
          </a:prstGeom>
        </p:spPr>
        <p:txBody>
          <a:bodyPr anchor="t"/>
          <a:lstStyle>
            <a:lvl1pPr marL="0" indent="0" algn="r">
              <a:lnSpc>
                <a:spcPct val="150000"/>
              </a:lnSpc>
              <a:spcBef>
                <a:spcPts val="0"/>
              </a:spcBef>
              <a:buClr>
                <a:schemeClr val="accent6"/>
              </a:buClr>
              <a:buFont typeface="Courier New" panose="02070309020205020404" pitchFamily="49" charset="0"/>
              <a:buNone/>
              <a:defRPr sz="1400" cap="none" spc="100" baseline="0">
                <a:solidFill>
                  <a:schemeClr val="bg1"/>
                </a:solidFill>
                <a:latin typeface="+mn-lt"/>
              </a:defRPr>
            </a:lvl1pPr>
          </a:lstStyle>
          <a:p>
            <a:pPr lvl="0"/>
            <a:r>
              <a:rPr lang="en-US"/>
              <a:t>Add text here</a:t>
            </a:r>
          </a:p>
        </p:txBody>
      </p:sp>
      <p:cxnSp>
        <p:nvCxnSpPr>
          <p:cNvPr id="14" name="Straight Connector 13">
            <a:extLst>
              <a:ext uri="{FF2B5EF4-FFF2-40B4-BE49-F238E27FC236}">
                <a16:creationId xmlns:a16="http://schemas.microsoft.com/office/drawing/2014/main" id="{A0DF3CDE-1C08-4B0C-8DC3-9FCBBD3E61D4}"/>
              </a:ext>
            </a:extLst>
          </p:cNvPr>
          <p:cNvCxnSpPr>
            <a:cxnSpLocks/>
          </p:cNvCxnSpPr>
          <p:nvPr userDrawn="1"/>
        </p:nvCxnSpPr>
        <p:spPr>
          <a:xfrm>
            <a:off x="832513" y="3939883"/>
            <a:ext cx="2903678" cy="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5" name="Text Placeholder 10">
            <a:extLst>
              <a:ext uri="{FF2B5EF4-FFF2-40B4-BE49-F238E27FC236}">
                <a16:creationId xmlns:a16="http://schemas.microsoft.com/office/drawing/2014/main" id="{C026C956-C6C4-4010-889F-B8D762036464}"/>
              </a:ext>
            </a:extLst>
          </p:cNvPr>
          <p:cNvSpPr>
            <a:spLocks noGrp="1"/>
          </p:cNvSpPr>
          <p:nvPr>
            <p:ph type="body" sz="quarter" idx="24" hasCustomPrompt="1"/>
          </p:nvPr>
        </p:nvSpPr>
        <p:spPr>
          <a:xfrm>
            <a:off x="5073324" y="2806964"/>
            <a:ext cx="2693128" cy="991689"/>
          </a:xfrm>
          <a:prstGeom prst="rect">
            <a:avLst/>
          </a:prstGeom>
        </p:spPr>
        <p:txBody>
          <a:bodyPr anchor="b"/>
          <a:lstStyle>
            <a:lvl1pPr marL="0" indent="0" algn="r">
              <a:buNone/>
              <a:defRPr sz="4000" kern="0" cap="all" spc="400" baseline="0">
                <a:solidFill>
                  <a:schemeClr val="accent5"/>
                </a:solidFill>
                <a:latin typeface="+mj-lt"/>
              </a:defRPr>
            </a:lvl1pPr>
          </a:lstStyle>
          <a:p>
            <a:pPr lvl="0"/>
            <a:r>
              <a:rPr lang="en-US"/>
              <a:t>Add title</a:t>
            </a:r>
          </a:p>
        </p:txBody>
      </p:sp>
      <p:sp>
        <p:nvSpPr>
          <p:cNvPr id="16" name="Text Placeholder 10">
            <a:extLst>
              <a:ext uri="{FF2B5EF4-FFF2-40B4-BE49-F238E27FC236}">
                <a16:creationId xmlns:a16="http://schemas.microsoft.com/office/drawing/2014/main" id="{A4D363AD-B16F-46C4-9856-EA9EAC699EF7}"/>
              </a:ext>
            </a:extLst>
          </p:cNvPr>
          <p:cNvSpPr>
            <a:spLocks noGrp="1"/>
          </p:cNvSpPr>
          <p:nvPr>
            <p:ph type="body" sz="quarter" idx="25" hasCustomPrompt="1"/>
          </p:nvPr>
        </p:nvSpPr>
        <p:spPr>
          <a:xfrm>
            <a:off x="8940173" y="2806964"/>
            <a:ext cx="2693128" cy="991689"/>
          </a:xfrm>
          <a:prstGeom prst="rect">
            <a:avLst/>
          </a:prstGeom>
        </p:spPr>
        <p:txBody>
          <a:bodyPr anchor="b"/>
          <a:lstStyle>
            <a:lvl1pPr marL="0" indent="0" algn="r">
              <a:buNone/>
              <a:defRPr sz="4000" kern="0" cap="all" spc="400" baseline="0">
                <a:solidFill>
                  <a:schemeClr val="accent5"/>
                </a:solidFill>
                <a:latin typeface="+mj-lt"/>
              </a:defRPr>
            </a:lvl1pPr>
          </a:lstStyle>
          <a:p>
            <a:pPr lvl="0"/>
            <a:r>
              <a:rPr lang="en-US" dirty="0"/>
              <a:t>Add title</a:t>
            </a:r>
          </a:p>
        </p:txBody>
      </p:sp>
      <p:cxnSp>
        <p:nvCxnSpPr>
          <p:cNvPr id="26" name="Straight Connector 25">
            <a:extLst>
              <a:ext uri="{FF2B5EF4-FFF2-40B4-BE49-F238E27FC236}">
                <a16:creationId xmlns:a16="http://schemas.microsoft.com/office/drawing/2014/main" id="{D6E9BAEE-70B0-4F15-B6B7-D5AE0227618F}"/>
              </a:ext>
            </a:extLst>
          </p:cNvPr>
          <p:cNvCxnSpPr>
            <a:cxnSpLocks/>
          </p:cNvCxnSpPr>
          <p:nvPr userDrawn="1"/>
        </p:nvCxnSpPr>
        <p:spPr>
          <a:xfrm>
            <a:off x="4699359" y="3939883"/>
            <a:ext cx="2903678" cy="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8F0848BB-EF65-4D43-AC18-9C4F4749CA6D}"/>
              </a:ext>
            </a:extLst>
          </p:cNvPr>
          <p:cNvCxnSpPr>
            <a:cxnSpLocks/>
          </p:cNvCxnSpPr>
          <p:nvPr userDrawn="1"/>
        </p:nvCxnSpPr>
        <p:spPr>
          <a:xfrm>
            <a:off x="8566207" y="3939883"/>
            <a:ext cx="2903678" cy="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C7CA7F01-3F2D-4396-A7D4-3D21C56D7FCC}"/>
              </a:ext>
            </a:extLst>
          </p:cNvPr>
          <p:cNvSpPr>
            <a:spLocks noGrp="1"/>
          </p:cNvSpPr>
          <p:nvPr>
            <p:ph type="title" hasCustomPrompt="1"/>
          </p:nvPr>
        </p:nvSpPr>
        <p:spPr>
          <a:xfrm>
            <a:off x="729016" y="1643321"/>
            <a:ext cx="4856634" cy="466344"/>
          </a:xfrm>
        </p:spPr>
        <p:txBody>
          <a:bodyPr>
            <a:noAutofit/>
          </a:bodyPr>
          <a:lstStyle>
            <a:lvl1pPr>
              <a:lnSpc>
                <a:spcPct val="100000"/>
              </a:lnSpc>
              <a:defRPr sz="2800">
                <a:ln w="19050">
                  <a:solidFill>
                    <a:schemeClr val="accent5"/>
                  </a:solidFill>
                </a:ln>
              </a:defRPr>
            </a:lvl1pPr>
          </a:lstStyle>
          <a:p>
            <a:r>
              <a:rPr lang="en-US" dirty="0"/>
              <a:t>Click to add title</a:t>
            </a:r>
          </a:p>
        </p:txBody>
      </p:sp>
    </p:spTree>
    <p:extLst>
      <p:ext uri="{BB962C8B-B14F-4D97-AF65-F5344CB8AC3E}">
        <p14:creationId xmlns:p14="http://schemas.microsoft.com/office/powerpoint/2010/main" val="369204544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rket Comparison">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E6D8EB4-0AAB-4C86-96ED-AB74FA56A674}"/>
              </a:ext>
            </a:extLst>
          </p:cNvPr>
          <p:cNvPicPr>
            <a:picLocks noChangeAspect="1"/>
          </p:cNvPicPr>
          <p:nvPr userDrawn="1"/>
        </p:nvPicPr>
        <p:blipFill>
          <a:blip r:embed="rId2"/>
          <a:stretch>
            <a:fillRect/>
          </a:stretch>
        </p:blipFill>
        <p:spPr>
          <a:xfrm>
            <a:off x="1690" y="0"/>
            <a:ext cx="12188620" cy="6858000"/>
          </a:xfrm>
          <a:prstGeom prst="rect">
            <a:avLst/>
          </a:prstGeom>
        </p:spPr>
      </p:pic>
      <p:sp>
        <p:nvSpPr>
          <p:cNvPr id="10" name="Picture Placeholder 7">
            <a:extLst>
              <a:ext uri="{FF2B5EF4-FFF2-40B4-BE49-F238E27FC236}">
                <a16:creationId xmlns:a16="http://schemas.microsoft.com/office/drawing/2014/main" id="{5DEE423F-FC4A-461D-8AA7-F7C14B806664}"/>
              </a:ext>
            </a:extLst>
          </p:cNvPr>
          <p:cNvSpPr>
            <a:spLocks noGrp="1"/>
          </p:cNvSpPr>
          <p:nvPr>
            <p:ph type="pic" sz="quarter" idx="13" hasCustomPrompt="1"/>
          </p:nvPr>
        </p:nvSpPr>
        <p:spPr>
          <a:xfrm>
            <a:off x="0" y="0"/>
            <a:ext cx="5334461" cy="6867376"/>
          </a:xfrm>
        </p:spPr>
        <p:txBody>
          <a:bodyPr/>
          <a:lstStyle>
            <a:lvl1pPr marL="0" indent="0" algn="ctr">
              <a:buNone/>
              <a:defRPr>
                <a:solidFill>
                  <a:schemeClr val="bg1"/>
                </a:solidFill>
              </a:defRPr>
            </a:lvl1pPr>
          </a:lstStyle>
          <a:p>
            <a:r>
              <a:rPr lang="en-US" dirty="0"/>
              <a:t>Click to add photo</a:t>
            </a:r>
          </a:p>
        </p:txBody>
      </p:sp>
      <p:sp>
        <p:nvSpPr>
          <p:cNvPr id="4" name="Date Placeholder 3">
            <a:extLst>
              <a:ext uri="{FF2B5EF4-FFF2-40B4-BE49-F238E27FC236}">
                <a16:creationId xmlns:a16="http://schemas.microsoft.com/office/drawing/2014/main" id="{A77D30EC-51F8-4EBE-9AC8-349D6E064E20}"/>
              </a:ext>
            </a:extLst>
          </p:cNvPr>
          <p:cNvSpPr>
            <a:spLocks noGrp="1"/>
          </p:cNvSpPr>
          <p:nvPr>
            <p:ph type="dt" sz="half" idx="10"/>
          </p:nvPr>
        </p:nvSpPr>
        <p:spPr/>
        <p:txBody>
          <a:bodyPr/>
          <a:lstStyle/>
          <a:p>
            <a:r>
              <a:rPr lang="en-US"/>
              <a:t>8/06/20XX</a:t>
            </a:r>
            <a:endParaRPr lang="en-US" dirty="0"/>
          </a:p>
        </p:txBody>
      </p:sp>
      <p:sp>
        <p:nvSpPr>
          <p:cNvPr id="14" name="Text Placeholder 10">
            <a:extLst>
              <a:ext uri="{FF2B5EF4-FFF2-40B4-BE49-F238E27FC236}">
                <a16:creationId xmlns:a16="http://schemas.microsoft.com/office/drawing/2014/main" id="{9EF7FC71-AF21-4CDA-8E86-E05EB4F1C442}"/>
              </a:ext>
            </a:extLst>
          </p:cNvPr>
          <p:cNvSpPr>
            <a:spLocks noGrp="1"/>
          </p:cNvSpPr>
          <p:nvPr>
            <p:ph type="body" sz="quarter" idx="18" hasCustomPrompt="1"/>
          </p:nvPr>
        </p:nvSpPr>
        <p:spPr>
          <a:xfrm>
            <a:off x="6353468" y="3260492"/>
            <a:ext cx="1152144" cy="768096"/>
          </a:xfrm>
          <a:prstGeom prst="rect">
            <a:avLst/>
          </a:prstGeom>
          <a:ln w="28575">
            <a:solidFill>
              <a:schemeClr val="accent5">
                <a:lumMod val="40000"/>
                <a:lumOff val="60000"/>
              </a:schemeClr>
            </a:solidFill>
          </a:ln>
        </p:spPr>
        <p:txBody>
          <a:bodyPr anchor="ctr"/>
          <a:lstStyle>
            <a:lvl1pPr marL="0" indent="0" algn="ctr">
              <a:buNone/>
              <a:defRPr sz="2400" cap="all" spc="100" baseline="0">
                <a:solidFill>
                  <a:schemeClr val="accent5">
                    <a:lumMod val="20000"/>
                    <a:lumOff val="80000"/>
                  </a:schemeClr>
                </a:solidFill>
                <a:latin typeface="+mj-lt"/>
              </a:defRPr>
            </a:lvl1pPr>
          </a:lstStyle>
          <a:p>
            <a:pPr lvl="0"/>
            <a:r>
              <a:rPr lang="en-US" dirty="0"/>
              <a:t>$2B</a:t>
            </a:r>
          </a:p>
        </p:txBody>
      </p:sp>
      <p:sp>
        <p:nvSpPr>
          <p:cNvPr id="5" name="Footer Placeholder 4">
            <a:extLst>
              <a:ext uri="{FF2B5EF4-FFF2-40B4-BE49-F238E27FC236}">
                <a16:creationId xmlns:a16="http://schemas.microsoft.com/office/drawing/2014/main" id="{9FE21B81-6A13-47D5-AD62-B1B0E4868044}"/>
              </a:ext>
            </a:extLst>
          </p:cNvPr>
          <p:cNvSpPr>
            <a:spLocks noGrp="1"/>
          </p:cNvSpPr>
          <p:nvPr>
            <p:ph type="ftr" sz="quarter" idx="11"/>
          </p:nvPr>
        </p:nvSpPr>
        <p:spPr/>
        <p:txBody>
          <a:bodyPr/>
          <a:lstStyle/>
          <a:p>
            <a:r>
              <a:rPr lang="en-US"/>
              <a:t>PITCH DECK</a:t>
            </a:r>
            <a:endParaRPr lang="en-US" dirty="0"/>
          </a:p>
        </p:txBody>
      </p:sp>
      <p:sp>
        <p:nvSpPr>
          <p:cNvPr id="6" name="Slide Number Placeholder 5">
            <a:extLst>
              <a:ext uri="{FF2B5EF4-FFF2-40B4-BE49-F238E27FC236}">
                <a16:creationId xmlns:a16="http://schemas.microsoft.com/office/drawing/2014/main" id="{E12BB476-8DFF-468F-B950-1F980EB4D5CD}"/>
              </a:ext>
            </a:extLst>
          </p:cNvPr>
          <p:cNvSpPr>
            <a:spLocks noGrp="1"/>
          </p:cNvSpPr>
          <p:nvPr>
            <p:ph type="sldNum" sz="quarter" idx="12"/>
          </p:nvPr>
        </p:nvSpPr>
        <p:spPr/>
        <p:txBody>
          <a:bodyPr/>
          <a:lstStyle/>
          <a:p>
            <a:fld id="{A402E4C0-AD5E-4E8C-9F21-7CCE474BDCEB}" type="slidenum">
              <a:rPr lang="en-US" smtClean="0"/>
              <a:t>‹#›</a:t>
            </a:fld>
            <a:endParaRPr lang="en-US" dirty="0"/>
          </a:p>
        </p:txBody>
      </p:sp>
      <p:sp>
        <p:nvSpPr>
          <p:cNvPr id="16" name="Text Placeholder 10">
            <a:extLst>
              <a:ext uri="{FF2B5EF4-FFF2-40B4-BE49-F238E27FC236}">
                <a16:creationId xmlns:a16="http://schemas.microsoft.com/office/drawing/2014/main" id="{BF893A53-04CF-497B-9C3D-502C92BA0DAE}"/>
              </a:ext>
            </a:extLst>
          </p:cNvPr>
          <p:cNvSpPr>
            <a:spLocks noGrp="1"/>
          </p:cNvSpPr>
          <p:nvPr>
            <p:ph type="body" sz="quarter" idx="20" hasCustomPrompt="1"/>
          </p:nvPr>
        </p:nvSpPr>
        <p:spPr>
          <a:xfrm>
            <a:off x="6353467" y="4773463"/>
            <a:ext cx="1152144" cy="768096"/>
          </a:xfrm>
          <a:prstGeom prst="rect">
            <a:avLst/>
          </a:prstGeom>
          <a:ln w="28575">
            <a:solidFill>
              <a:schemeClr val="accent5">
                <a:lumMod val="40000"/>
                <a:lumOff val="60000"/>
              </a:schemeClr>
            </a:solidFill>
          </a:ln>
        </p:spPr>
        <p:txBody>
          <a:bodyPr anchor="ctr"/>
          <a:lstStyle>
            <a:lvl1pPr marL="0" indent="0" algn="ctr">
              <a:buNone/>
              <a:defRPr sz="2400" cap="all" spc="100" baseline="0">
                <a:solidFill>
                  <a:schemeClr val="accent5">
                    <a:lumMod val="20000"/>
                    <a:lumOff val="80000"/>
                  </a:schemeClr>
                </a:solidFill>
                <a:latin typeface="+mj-lt"/>
              </a:defRPr>
            </a:lvl1pPr>
          </a:lstStyle>
          <a:p>
            <a:pPr lvl="0"/>
            <a:r>
              <a:rPr lang="en-US" dirty="0"/>
              <a:t>$1B</a:t>
            </a:r>
          </a:p>
        </p:txBody>
      </p:sp>
      <p:sp>
        <p:nvSpPr>
          <p:cNvPr id="11" name="Text Placeholder 10">
            <a:extLst>
              <a:ext uri="{FF2B5EF4-FFF2-40B4-BE49-F238E27FC236}">
                <a16:creationId xmlns:a16="http://schemas.microsoft.com/office/drawing/2014/main" id="{58BD5CDD-220E-41E0-82DD-820C0D834A48}"/>
              </a:ext>
            </a:extLst>
          </p:cNvPr>
          <p:cNvSpPr>
            <a:spLocks noGrp="1"/>
          </p:cNvSpPr>
          <p:nvPr>
            <p:ph type="body" sz="quarter" idx="27" hasCustomPrompt="1"/>
          </p:nvPr>
        </p:nvSpPr>
        <p:spPr>
          <a:xfrm>
            <a:off x="7817970" y="1609772"/>
            <a:ext cx="3365003" cy="1171533"/>
          </a:xfrm>
          <a:prstGeom prst="rect">
            <a:avLst/>
          </a:prstGeom>
        </p:spPr>
        <p:txBody>
          <a:bodyPr anchor="t">
            <a:noAutofit/>
          </a:bodyPr>
          <a:lstStyle>
            <a:lvl1pPr marL="0" indent="0" algn="l">
              <a:lnSpc>
                <a:spcPct val="125000"/>
              </a:lnSpc>
              <a:spcBef>
                <a:spcPts val="500"/>
              </a:spcBef>
              <a:buNone/>
              <a:defRPr sz="1400" cap="none" spc="100" baseline="0">
                <a:solidFill>
                  <a:schemeClr val="bg1"/>
                </a:solidFill>
                <a:latin typeface="+mn-lt"/>
              </a:defRPr>
            </a:lvl1pPr>
          </a:lstStyle>
          <a:p>
            <a:pPr lvl="0"/>
            <a:r>
              <a:rPr lang="en-US" dirty="0"/>
              <a:t>Click to add text</a:t>
            </a:r>
          </a:p>
        </p:txBody>
      </p:sp>
      <p:sp>
        <p:nvSpPr>
          <p:cNvPr id="12" name="Text Placeholder 10">
            <a:extLst>
              <a:ext uri="{FF2B5EF4-FFF2-40B4-BE49-F238E27FC236}">
                <a16:creationId xmlns:a16="http://schemas.microsoft.com/office/drawing/2014/main" id="{253384AB-173D-4216-A221-BFA565FC127C}"/>
              </a:ext>
            </a:extLst>
          </p:cNvPr>
          <p:cNvSpPr>
            <a:spLocks noGrp="1"/>
          </p:cNvSpPr>
          <p:nvPr>
            <p:ph type="body" sz="quarter" idx="16" hasCustomPrompt="1"/>
          </p:nvPr>
        </p:nvSpPr>
        <p:spPr>
          <a:xfrm>
            <a:off x="6347375" y="1747520"/>
            <a:ext cx="1152144" cy="768096"/>
          </a:xfrm>
          <a:prstGeom prst="rect">
            <a:avLst/>
          </a:prstGeom>
          <a:ln w="28575">
            <a:solidFill>
              <a:schemeClr val="accent5">
                <a:lumMod val="40000"/>
                <a:lumOff val="60000"/>
              </a:schemeClr>
            </a:solidFill>
          </a:ln>
        </p:spPr>
        <p:txBody>
          <a:bodyPr anchor="ctr"/>
          <a:lstStyle>
            <a:lvl1pPr marL="0" indent="0" algn="ctr">
              <a:buNone/>
              <a:defRPr sz="2400" cap="all" spc="100" baseline="0">
                <a:solidFill>
                  <a:schemeClr val="accent5">
                    <a:lumMod val="20000"/>
                    <a:lumOff val="80000"/>
                  </a:schemeClr>
                </a:solidFill>
                <a:latin typeface="+mj-lt"/>
              </a:defRPr>
            </a:lvl1pPr>
          </a:lstStyle>
          <a:p>
            <a:pPr lvl="0"/>
            <a:r>
              <a:rPr lang="en-US" dirty="0"/>
              <a:t>$3B</a:t>
            </a:r>
          </a:p>
        </p:txBody>
      </p:sp>
      <p:sp>
        <p:nvSpPr>
          <p:cNvPr id="20" name="Text Placeholder 10">
            <a:extLst>
              <a:ext uri="{FF2B5EF4-FFF2-40B4-BE49-F238E27FC236}">
                <a16:creationId xmlns:a16="http://schemas.microsoft.com/office/drawing/2014/main" id="{45638026-D669-4C2A-82A4-5F35D27DCA4D}"/>
              </a:ext>
            </a:extLst>
          </p:cNvPr>
          <p:cNvSpPr>
            <a:spLocks noGrp="1"/>
          </p:cNvSpPr>
          <p:nvPr>
            <p:ph type="body" sz="quarter" idx="28" hasCustomPrompt="1"/>
          </p:nvPr>
        </p:nvSpPr>
        <p:spPr>
          <a:xfrm>
            <a:off x="7817970" y="3129515"/>
            <a:ext cx="3365003" cy="1170432"/>
          </a:xfrm>
          <a:prstGeom prst="rect">
            <a:avLst/>
          </a:prstGeom>
        </p:spPr>
        <p:txBody>
          <a:bodyPr anchor="t">
            <a:noAutofit/>
          </a:bodyPr>
          <a:lstStyle>
            <a:lvl1pPr marL="0" indent="0" algn="l">
              <a:lnSpc>
                <a:spcPct val="125000"/>
              </a:lnSpc>
              <a:spcBef>
                <a:spcPts val="500"/>
              </a:spcBef>
              <a:buNone/>
              <a:defRPr sz="1400" cap="none" spc="100" baseline="0">
                <a:solidFill>
                  <a:schemeClr val="bg1"/>
                </a:solidFill>
                <a:latin typeface="+mn-lt"/>
              </a:defRPr>
            </a:lvl1pPr>
          </a:lstStyle>
          <a:p>
            <a:pPr lvl="0"/>
            <a:r>
              <a:rPr lang="en-US" dirty="0"/>
              <a:t>Click to add text</a:t>
            </a:r>
          </a:p>
        </p:txBody>
      </p:sp>
      <p:sp>
        <p:nvSpPr>
          <p:cNvPr id="21" name="Text Placeholder 10">
            <a:extLst>
              <a:ext uri="{FF2B5EF4-FFF2-40B4-BE49-F238E27FC236}">
                <a16:creationId xmlns:a16="http://schemas.microsoft.com/office/drawing/2014/main" id="{A19EAA97-D0F2-464B-8450-83BF202CECF3}"/>
              </a:ext>
            </a:extLst>
          </p:cNvPr>
          <p:cNvSpPr>
            <a:spLocks noGrp="1"/>
          </p:cNvSpPr>
          <p:nvPr>
            <p:ph type="body" sz="quarter" idx="29" hasCustomPrompt="1"/>
          </p:nvPr>
        </p:nvSpPr>
        <p:spPr>
          <a:xfrm>
            <a:off x="7817970" y="4648156"/>
            <a:ext cx="3365003" cy="1170432"/>
          </a:xfrm>
          <a:prstGeom prst="rect">
            <a:avLst/>
          </a:prstGeom>
        </p:spPr>
        <p:txBody>
          <a:bodyPr anchor="t">
            <a:noAutofit/>
          </a:bodyPr>
          <a:lstStyle>
            <a:lvl1pPr marL="0" indent="0" algn="l">
              <a:lnSpc>
                <a:spcPct val="125000"/>
              </a:lnSpc>
              <a:spcBef>
                <a:spcPts val="500"/>
              </a:spcBef>
              <a:buNone/>
              <a:defRPr sz="1400" cap="none" spc="100" baseline="0">
                <a:solidFill>
                  <a:schemeClr val="bg1"/>
                </a:solidFill>
                <a:latin typeface="+mn-lt"/>
              </a:defRPr>
            </a:lvl1pPr>
          </a:lstStyle>
          <a:p>
            <a:pPr lvl="0"/>
            <a:r>
              <a:rPr lang="en-US" dirty="0"/>
              <a:t>Click to add text</a:t>
            </a:r>
          </a:p>
        </p:txBody>
      </p:sp>
      <p:sp>
        <p:nvSpPr>
          <p:cNvPr id="2" name="Title 1">
            <a:extLst>
              <a:ext uri="{FF2B5EF4-FFF2-40B4-BE49-F238E27FC236}">
                <a16:creationId xmlns:a16="http://schemas.microsoft.com/office/drawing/2014/main" id="{5DFF2174-FDCE-466A-8A4C-06AD6CAA4401}"/>
              </a:ext>
            </a:extLst>
          </p:cNvPr>
          <p:cNvSpPr>
            <a:spLocks noGrp="1"/>
          </p:cNvSpPr>
          <p:nvPr>
            <p:ph type="title" hasCustomPrompt="1"/>
          </p:nvPr>
        </p:nvSpPr>
        <p:spPr>
          <a:xfrm>
            <a:off x="6207016" y="746631"/>
            <a:ext cx="5184648" cy="466344"/>
          </a:xfrm>
        </p:spPr>
        <p:txBody>
          <a:bodyPr>
            <a:noAutofit/>
          </a:bodyPr>
          <a:lstStyle>
            <a:lvl1pPr>
              <a:lnSpc>
                <a:spcPct val="100000"/>
              </a:lnSpc>
              <a:defRPr sz="2800">
                <a:ln w="19050">
                  <a:solidFill>
                    <a:schemeClr val="bg1"/>
                  </a:solidFill>
                </a:ln>
              </a:defRPr>
            </a:lvl1pPr>
          </a:lstStyle>
          <a:p>
            <a:r>
              <a:rPr lang="en-US" dirty="0"/>
              <a:t>Click to add title</a:t>
            </a:r>
          </a:p>
        </p:txBody>
      </p:sp>
    </p:spTree>
    <p:extLst>
      <p:ext uri="{BB962C8B-B14F-4D97-AF65-F5344CB8AC3E}">
        <p14:creationId xmlns:p14="http://schemas.microsoft.com/office/powerpoint/2010/main" val="97232224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ur Competition">
    <p:spTree>
      <p:nvGrpSpPr>
        <p:cNvPr id="1" name=""/>
        <p:cNvGrpSpPr/>
        <p:nvPr/>
      </p:nvGrpSpPr>
      <p:grpSpPr>
        <a:xfrm>
          <a:off x="0" y="0"/>
          <a:ext cx="0" cy="0"/>
          <a:chOff x="0" y="0"/>
          <a:chExt cx="0" cy="0"/>
        </a:xfrm>
      </p:grpSpPr>
      <p:sp>
        <p:nvSpPr>
          <p:cNvPr id="21" name="Picture Placeholder 7">
            <a:extLst>
              <a:ext uri="{FF2B5EF4-FFF2-40B4-BE49-F238E27FC236}">
                <a16:creationId xmlns:a16="http://schemas.microsoft.com/office/drawing/2014/main" id="{9216DCA9-E871-422D-B12D-3E1C39ACD2ED}"/>
              </a:ext>
            </a:extLst>
          </p:cNvPr>
          <p:cNvSpPr>
            <a:spLocks noGrp="1"/>
          </p:cNvSpPr>
          <p:nvPr>
            <p:ph type="pic" sz="quarter" idx="28" hasCustomPrompt="1"/>
          </p:nvPr>
        </p:nvSpPr>
        <p:spPr>
          <a:xfrm rot="5400000" flipH="1">
            <a:off x="-2092961" y="2092960"/>
            <a:ext cx="6858002" cy="2672081"/>
          </a:xfrm>
        </p:spPr>
        <p:txBody>
          <a:bodyPr/>
          <a:lstStyle>
            <a:lvl1pPr marL="0" indent="0" algn="ctr">
              <a:buNone/>
              <a:defRPr>
                <a:solidFill>
                  <a:schemeClr val="bg1"/>
                </a:solidFill>
              </a:defRPr>
            </a:lvl1pPr>
          </a:lstStyle>
          <a:p>
            <a:r>
              <a:rPr lang="en-US" dirty="0"/>
              <a:t>Click to add photo</a:t>
            </a:r>
          </a:p>
        </p:txBody>
      </p:sp>
      <p:sp>
        <p:nvSpPr>
          <p:cNvPr id="4" name="Date Placeholder 3">
            <a:extLst>
              <a:ext uri="{FF2B5EF4-FFF2-40B4-BE49-F238E27FC236}">
                <a16:creationId xmlns:a16="http://schemas.microsoft.com/office/drawing/2014/main" id="{56754628-3BB3-414A-88E4-67B3809A62CD}"/>
              </a:ext>
            </a:extLst>
          </p:cNvPr>
          <p:cNvSpPr>
            <a:spLocks noGrp="1"/>
          </p:cNvSpPr>
          <p:nvPr>
            <p:ph type="dt" sz="half" idx="10"/>
          </p:nvPr>
        </p:nvSpPr>
        <p:spPr/>
        <p:txBody>
          <a:bodyPr/>
          <a:lstStyle/>
          <a:p>
            <a:r>
              <a:rPr lang="en-US"/>
              <a:t>8/06/20XX</a:t>
            </a:r>
            <a:endParaRPr lang="en-US" dirty="0"/>
          </a:p>
        </p:txBody>
      </p:sp>
      <p:sp>
        <p:nvSpPr>
          <p:cNvPr id="5" name="Footer Placeholder 4">
            <a:extLst>
              <a:ext uri="{FF2B5EF4-FFF2-40B4-BE49-F238E27FC236}">
                <a16:creationId xmlns:a16="http://schemas.microsoft.com/office/drawing/2014/main" id="{33D99CEA-3489-476A-9C9D-ED977FE6EA33}"/>
              </a:ext>
            </a:extLst>
          </p:cNvPr>
          <p:cNvSpPr>
            <a:spLocks noGrp="1"/>
          </p:cNvSpPr>
          <p:nvPr>
            <p:ph type="ftr" sz="quarter" idx="11"/>
          </p:nvPr>
        </p:nvSpPr>
        <p:spPr/>
        <p:txBody>
          <a:bodyPr/>
          <a:lstStyle/>
          <a:p>
            <a:r>
              <a:rPr lang="en-US"/>
              <a:t>PITCH DECK</a:t>
            </a:r>
            <a:endParaRPr lang="en-US" dirty="0"/>
          </a:p>
        </p:txBody>
      </p:sp>
      <p:sp>
        <p:nvSpPr>
          <p:cNvPr id="6" name="Slide Number Placeholder 5">
            <a:extLst>
              <a:ext uri="{FF2B5EF4-FFF2-40B4-BE49-F238E27FC236}">
                <a16:creationId xmlns:a16="http://schemas.microsoft.com/office/drawing/2014/main" id="{1DCD55B0-9BDF-49CC-B30F-96112214E7A5}"/>
              </a:ext>
            </a:extLst>
          </p:cNvPr>
          <p:cNvSpPr>
            <a:spLocks noGrp="1"/>
          </p:cNvSpPr>
          <p:nvPr>
            <p:ph type="sldNum" sz="quarter" idx="12"/>
          </p:nvPr>
        </p:nvSpPr>
        <p:spPr/>
        <p:txBody>
          <a:bodyPr/>
          <a:lstStyle/>
          <a:p>
            <a:fld id="{A402E4C0-AD5E-4E8C-9F21-7CCE474BDCEB}" type="slidenum">
              <a:rPr lang="en-US" smtClean="0"/>
              <a:t>‹#›</a:t>
            </a:fld>
            <a:endParaRPr lang="en-US" dirty="0"/>
          </a:p>
        </p:txBody>
      </p:sp>
      <p:sp>
        <p:nvSpPr>
          <p:cNvPr id="17" name="Text Placeholder 10">
            <a:extLst>
              <a:ext uri="{FF2B5EF4-FFF2-40B4-BE49-F238E27FC236}">
                <a16:creationId xmlns:a16="http://schemas.microsoft.com/office/drawing/2014/main" id="{F9CF3D99-4BB8-4944-A82E-385209DF3D61}"/>
              </a:ext>
            </a:extLst>
          </p:cNvPr>
          <p:cNvSpPr>
            <a:spLocks noGrp="1"/>
          </p:cNvSpPr>
          <p:nvPr>
            <p:ph type="body" sz="quarter" idx="27" hasCustomPrompt="1"/>
          </p:nvPr>
        </p:nvSpPr>
        <p:spPr>
          <a:xfrm>
            <a:off x="2811826" y="2881982"/>
            <a:ext cx="3975054" cy="2966740"/>
          </a:xfrm>
          <a:prstGeom prst="rect">
            <a:avLst/>
          </a:prstGeom>
        </p:spPr>
        <p:txBody>
          <a:bodyPr anchor="t">
            <a:normAutofit/>
          </a:bodyPr>
          <a:lstStyle>
            <a:lvl1pPr marL="0" indent="0" algn="l">
              <a:lnSpc>
                <a:spcPct val="125000"/>
              </a:lnSpc>
              <a:spcBef>
                <a:spcPts val="1000"/>
              </a:spcBef>
              <a:buNone/>
              <a:defRPr sz="1400" cap="none" spc="100" baseline="0">
                <a:solidFill>
                  <a:schemeClr val="bg1"/>
                </a:solidFill>
                <a:latin typeface="+mn-lt"/>
              </a:defRPr>
            </a:lvl1pPr>
          </a:lstStyle>
          <a:p>
            <a:pPr lvl="0"/>
            <a:r>
              <a:rPr lang="en-US"/>
              <a:t>Click to add text</a:t>
            </a:r>
          </a:p>
        </p:txBody>
      </p:sp>
      <p:sp>
        <p:nvSpPr>
          <p:cNvPr id="18" name="Text Placeholder 10">
            <a:extLst>
              <a:ext uri="{FF2B5EF4-FFF2-40B4-BE49-F238E27FC236}">
                <a16:creationId xmlns:a16="http://schemas.microsoft.com/office/drawing/2014/main" id="{083CED13-2FB7-4DA4-87BD-B5AEF0C63104}"/>
              </a:ext>
            </a:extLst>
          </p:cNvPr>
          <p:cNvSpPr>
            <a:spLocks noGrp="1"/>
          </p:cNvSpPr>
          <p:nvPr>
            <p:ph type="body" sz="quarter" idx="16" hasCustomPrompt="1"/>
          </p:nvPr>
        </p:nvSpPr>
        <p:spPr>
          <a:xfrm>
            <a:off x="2811826" y="2502477"/>
            <a:ext cx="3975054" cy="426393"/>
          </a:xfrm>
          <a:prstGeom prst="rect">
            <a:avLst/>
          </a:prstGeom>
        </p:spPr>
        <p:txBody>
          <a:bodyPr anchor="b">
            <a:normAutofit/>
          </a:bodyPr>
          <a:lstStyle>
            <a:lvl1pPr marL="0" indent="0" algn="l">
              <a:buNone/>
              <a:defRPr sz="1600" cap="all" spc="100" baseline="0">
                <a:solidFill>
                  <a:schemeClr val="accent6"/>
                </a:solidFill>
                <a:latin typeface="+mj-lt"/>
              </a:defRPr>
            </a:lvl1pPr>
          </a:lstStyle>
          <a:p>
            <a:pPr lvl="0"/>
            <a:r>
              <a:rPr lang="en-US"/>
              <a:t>Click to add subtitle</a:t>
            </a:r>
          </a:p>
        </p:txBody>
      </p:sp>
      <p:sp>
        <p:nvSpPr>
          <p:cNvPr id="19" name="Text Placeholder 10">
            <a:extLst>
              <a:ext uri="{FF2B5EF4-FFF2-40B4-BE49-F238E27FC236}">
                <a16:creationId xmlns:a16="http://schemas.microsoft.com/office/drawing/2014/main" id="{D240762F-003B-4B0E-A561-6734EA9AC853}"/>
              </a:ext>
            </a:extLst>
          </p:cNvPr>
          <p:cNvSpPr>
            <a:spLocks noGrp="1"/>
          </p:cNvSpPr>
          <p:nvPr>
            <p:ph type="body" sz="quarter" idx="17" hasCustomPrompt="1"/>
          </p:nvPr>
        </p:nvSpPr>
        <p:spPr>
          <a:xfrm>
            <a:off x="7378746" y="2881982"/>
            <a:ext cx="3695653" cy="2966740"/>
          </a:xfrm>
          <a:prstGeom prst="rect">
            <a:avLst/>
          </a:prstGeom>
        </p:spPr>
        <p:txBody>
          <a:bodyPr anchor="t">
            <a:normAutofit/>
          </a:bodyPr>
          <a:lstStyle>
            <a:lvl1pPr marL="0" indent="0" algn="l">
              <a:lnSpc>
                <a:spcPct val="125000"/>
              </a:lnSpc>
              <a:spcBef>
                <a:spcPts val="1000"/>
              </a:spcBef>
              <a:buNone/>
              <a:defRPr sz="1400" cap="none" spc="100" baseline="0">
                <a:solidFill>
                  <a:schemeClr val="bg1"/>
                </a:solidFill>
                <a:latin typeface="+mn-lt"/>
              </a:defRPr>
            </a:lvl1pPr>
          </a:lstStyle>
          <a:p>
            <a:pPr lvl="0"/>
            <a:r>
              <a:rPr lang="en-US"/>
              <a:t>Click to add text</a:t>
            </a:r>
          </a:p>
        </p:txBody>
      </p:sp>
      <p:sp>
        <p:nvSpPr>
          <p:cNvPr id="20" name="Text Placeholder 10">
            <a:extLst>
              <a:ext uri="{FF2B5EF4-FFF2-40B4-BE49-F238E27FC236}">
                <a16:creationId xmlns:a16="http://schemas.microsoft.com/office/drawing/2014/main" id="{387E9583-831E-4863-9A96-3E583A98F28D}"/>
              </a:ext>
            </a:extLst>
          </p:cNvPr>
          <p:cNvSpPr>
            <a:spLocks noGrp="1"/>
          </p:cNvSpPr>
          <p:nvPr>
            <p:ph type="body" sz="quarter" idx="18" hasCustomPrompt="1"/>
          </p:nvPr>
        </p:nvSpPr>
        <p:spPr>
          <a:xfrm>
            <a:off x="7378746" y="2502477"/>
            <a:ext cx="3695653" cy="426393"/>
          </a:xfrm>
          <a:prstGeom prst="rect">
            <a:avLst/>
          </a:prstGeom>
        </p:spPr>
        <p:txBody>
          <a:bodyPr anchor="b">
            <a:normAutofit/>
          </a:bodyPr>
          <a:lstStyle>
            <a:lvl1pPr marL="0" indent="0" algn="l">
              <a:buNone/>
              <a:defRPr sz="1600" cap="all" spc="100" baseline="0">
                <a:solidFill>
                  <a:schemeClr val="accent6"/>
                </a:solidFill>
                <a:latin typeface="+mj-lt"/>
              </a:defRPr>
            </a:lvl1pPr>
          </a:lstStyle>
          <a:p>
            <a:pPr lvl="0"/>
            <a:r>
              <a:rPr lang="en-US"/>
              <a:t>Click to add subtitle</a:t>
            </a:r>
          </a:p>
        </p:txBody>
      </p:sp>
      <p:sp>
        <p:nvSpPr>
          <p:cNvPr id="2" name="Title 1">
            <a:extLst>
              <a:ext uri="{FF2B5EF4-FFF2-40B4-BE49-F238E27FC236}">
                <a16:creationId xmlns:a16="http://schemas.microsoft.com/office/drawing/2014/main" id="{E96F4071-8FD4-4FF1-BA06-DD4D780FE455}"/>
              </a:ext>
            </a:extLst>
          </p:cNvPr>
          <p:cNvSpPr>
            <a:spLocks noGrp="1"/>
          </p:cNvSpPr>
          <p:nvPr>
            <p:ph type="title" hasCustomPrompt="1"/>
          </p:nvPr>
        </p:nvSpPr>
        <p:spPr>
          <a:xfrm>
            <a:off x="2796032" y="1649421"/>
            <a:ext cx="5184648" cy="466344"/>
          </a:xfrm>
        </p:spPr>
        <p:txBody>
          <a:bodyPr>
            <a:noAutofit/>
          </a:bodyPr>
          <a:lstStyle>
            <a:lvl1pPr>
              <a:lnSpc>
                <a:spcPct val="100000"/>
              </a:lnSpc>
              <a:defRPr sz="2800">
                <a:ln w="19050">
                  <a:solidFill>
                    <a:schemeClr val="accent6"/>
                  </a:solidFill>
                </a:ln>
              </a:defRPr>
            </a:lvl1pPr>
          </a:lstStyle>
          <a:p>
            <a:r>
              <a:rPr lang="en-US" dirty="0"/>
              <a:t>Click to add title</a:t>
            </a:r>
          </a:p>
        </p:txBody>
      </p:sp>
    </p:spTree>
    <p:extLst>
      <p:ext uri="{BB962C8B-B14F-4D97-AF65-F5344CB8AC3E}">
        <p14:creationId xmlns:p14="http://schemas.microsoft.com/office/powerpoint/2010/main" val="395132091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ur Competition v2">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954AA95-575B-4060-9443-53B347664494}"/>
              </a:ext>
            </a:extLst>
          </p:cNvPr>
          <p:cNvPicPr>
            <a:picLocks noChangeAspect="1"/>
          </p:cNvPicPr>
          <p:nvPr userDrawn="1"/>
        </p:nvPicPr>
        <p:blipFill>
          <a:blip r:embed="rId2"/>
          <a:stretch>
            <a:fillRect/>
          </a:stretch>
        </p:blipFill>
        <p:spPr>
          <a:xfrm>
            <a:off x="1690" y="0"/>
            <a:ext cx="12188620" cy="6858000"/>
          </a:xfrm>
          <a:prstGeom prst="rect">
            <a:avLst/>
          </a:prstGeom>
        </p:spPr>
      </p:pic>
      <p:sp>
        <p:nvSpPr>
          <p:cNvPr id="22" name="Rectangle 21">
            <a:extLst>
              <a:ext uri="{FF2B5EF4-FFF2-40B4-BE49-F238E27FC236}">
                <a16:creationId xmlns:a16="http://schemas.microsoft.com/office/drawing/2014/main" id="{38BF2BB6-8F62-424E-B01D-F90A0DB7BFBB}"/>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accent2">
              <a:lumMod val="5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Date Placeholder 2">
            <a:extLst>
              <a:ext uri="{FF2B5EF4-FFF2-40B4-BE49-F238E27FC236}">
                <a16:creationId xmlns:a16="http://schemas.microsoft.com/office/drawing/2014/main" id="{5822AF5C-69BC-4A87-8E5C-E473F6A73EEF}"/>
              </a:ext>
            </a:extLst>
          </p:cNvPr>
          <p:cNvSpPr>
            <a:spLocks noGrp="1"/>
          </p:cNvSpPr>
          <p:nvPr>
            <p:ph type="dt" sz="half" idx="10"/>
          </p:nvPr>
        </p:nvSpPr>
        <p:spPr/>
        <p:txBody>
          <a:bodyPr/>
          <a:lstStyle/>
          <a:p>
            <a:r>
              <a:rPr lang="en-US"/>
              <a:t>8/06/20XX</a:t>
            </a:r>
            <a:endParaRPr lang="en-US" dirty="0"/>
          </a:p>
        </p:txBody>
      </p:sp>
      <p:sp>
        <p:nvSpPr>
          <p:cNvPr id="4" name="Footer Placeholder 3">
            <a:extLst>
              <a:ext uri="{FF2B5EF4-FFF2-40B4-BE49-F238E27FC236}">
                <a16:creationId xmlns:a16="http://schemas.microsoft.com/office/drawing/2014/main" id="{246AD827-24BF-4C7D-9F16-1E26E09A6006}"/>
              </a:ext>
            </a:extLst>
          </p:cNvPr>
          <p:cNvSpPr>
            <a:spLocks noGrp="1"/>
          </p:cNvSpPr>
          <p:nvPr>
            <p:ph type="ftr" sz="quarter" idx="11"/>
          </p:nvPr>
        </p:nvSpPr>
        <p:spPr/>
        <p:txBody>
          <a:bodyPr/>
          <a:lstStyle/>
          <a:p>
            <a:r>
              <a:rPr lang="en-US"/>
              <a:t>PITCH DECK</a:t>
            </a:r>
            <a:endParaRPr lang="en-US" dirty="0"/>
          </a:p>
        </p:txBody>
      </p:sp>
      <p:sp>
        <p:nvSpPr>
          <p:cNvPr id="5" name="Slide Number Placeholder 4">
            <a:extLst>
              <a:ext uri="{FF2B5EF4-FFF2-40B4-BE49-F238E27FC236}">
                <a16:creationId xmlns:a16="http://schemas.microsoft.com/office/drawing/2014/main" id="{CDBEEF33-0303-4BF6-8C9A-08DE4CB645AE}"/>
              </a:ext>
            </a:extLst>
          </p:cNvPr>
          <p:cNvSpPr>
            <a:spLocks noGrp="1"/>
          </p:cNvSpPr>
          <p:nvPr>
            <p:ph type="sldNum" sz="quarter" idx="12"/>
          </p:nvPr>
        </p:nvSpPr>
        <p:spPr/>
        <p:txBody>
          <a:bodyPr/>
          <a:lstStyle/>
          <a:p>
            <a:fld id="{A402E4C0-AD5E-4E8C-9F21-7CCE474BDCEB}" type="slidenum">
              <a:rPr lang="en-US" smtClean="0"/>
              <a:pPr/>
              <a:t>‹#›</a:t>
            </a:fld>
            <a:endParaRPr lang="en-US" dirty="0"/>
          </a:p>
        </p:txBody>
      </p:sp>
      <p:sp>
        <p:nvSpPr>
          <p:cNvPr id="8" name="Text Placeholder 14">
            <a:extLst>
              <a:ext uri="{FF2B5EF4-FFF2-40B4-BE49-F238E27FC236}">
                <a16:creationId xmlns:a16="http://schemas.microsoft.com/office/drawing/2014/main" id="{CC14BDE6-5903-4EFC-B3C7-B7B219402DAF}"/>
              </a:ext>
            </a:extLst>
          </p:cNvPr>
          <p:cNvSpPr>
            <a:spLocks noGrp="1"/>
          </p:cNvSpPr>
          <p:nvPr>
            <p:ph type="body" sz="quarter" idx="15" hasCustomPrompt="1"/>
          </p:nvPr>
        </p:nvSpPr>
        <p:spPr>
          <a:xfrm>
            <a:off x="5237839" y="1538273"/>
            <a:ext cx="1706965" cy="492025"/>
          </a:xfrm>
          <a:prstGeom prst="rect">
            <a:avLst/>
          </a:prstGeom>
        </p:spPr>
        <p:txBody>
          <a:bodyPr anchor="ctr"/>
          <a:lstStyle>
            <a:lvl1pPr marL="0" indent="0" algn="ctr">
              <a:lnSpc>
                <a:spcPct val="100000"/>
              </a:lnSpc>
              <a:buNone/>
              <a:defRPr sz="1000" cap="all" spc="200" baseline="0">
                <a:solidFill>
                  <a:schemeClr val="accent5"/>
                </a:solidFill>
                <a:latin typeface="+mj-lt"/>
              </a:defRPr>
            </a:lvl1pPr>
          </a:lstStyle>
          <a:p>
            <a:pPr lvl="0"/>
            <a:r>
              <a:rPr lang="en-US"/>
              <a:t>Click to add name</a:t>
            </a:r>
          </a:p>
        </p:txBody>
      </p:sp>
      <p:sp>
        <p:nvSpPr>
          <p:cNvPr id="9" name="Text Placeholder 14">
            <a:extLst>
              <a:ext uri="{FF2B5EF4-FFF2-40B4-BE49-F238E27FC236}">
                <a16:creationId xmlns:a16="http://schemas.microsoft.com/office/drawing/2014/main" id="{E19954FA-533A-4FF9-88B2-102C833FBD40}"/>
              </a:ext>
            </a:extLst>
          </p:cNvPr>
          <p:cNvSpPr>
            <a:spLocks noGrp="1"/>
          </p:cNvSpPr>
          <p:nvPr>
            <p:ph type="body" sz="quarter" idx="17" hasCustomPrompt="1"/>
          </p:nvPr>
        </p:nvSpPr>
        <p:spPr>
          <a:xfrm>
            <a:off x="5237839" y="5407116"/>
            <a:ext cx="1706965" cy="492025"/>
          </a:xfrm>
          <a:prstGeom prst="rect">
            <a:avLst/>
          </a:prstGeom>
        </p:spPr>
        <p:txBody>
          <a:bodyPr anchor="ctr"/>
          <a:lstStyle>
            <a:lvl1pPr marL="0" indent="0" algn="ctr">
              <a:lnSpc>
                <a:spcPct val="100000"/>
              </a:lnSpc>
              <a:buNone/>
              <a:defRPr sz="1000" cap="all" spc="200" baseline="0">
                <a:solidFill>
                  <a:schemeClr val="accent5"/>
                </a:solidFill>
                <a:latin typeface="+mj-lt"/>
              </a:defRPr>
            </a:lvl1pPr>
          </a:lstStyle>
          <a:p>
            <a:pPr lvl="0"/>
            <a:r>
              <a:rPr lang="en-US"/>
              <a:t>Click to add name</a:t>
            </a:r>
          </a:p>
        </p:txBody>
      </p:sp>
      <p:sp>
        <p:nvSpPr>
          <p:cNvPr id="10" name="Text Placeholder 14">
            <a:extLst>
              <a:ext uri="{FF2B5EF4-FFF2-40B4-BE49-F238E27FC236}">
                <a16:creationId xmlns:a16="http://schemas.microsoft.com/office/drawing/2014/main" id="{E29BB699-DB47-4A35-9B5B-63C7EFC22843}"/>
              </a:ext>
            </a:extLst>
          </p:cNvPr>
          <p:cNvSpPr>
            <a:spLocks noGrp="1"/>
          </p:cNvSpPr>
          <p:nvPr>
            <p:ph type="body" sz="quarter" idx="19" hasCustomPrompt="1"/>
          </p:nvPr>
        </p:nvSpPr>
        <p:spPr>
          <a:xfrm>
            <a:off x="8441651" y="3467155"/>
            <a:ext cx="1380681" cy="492025"/>
          </a:xfrm>
          <a:prstGeom prst="rect">
            <a:avLst/>
          </a:prstGeom>
        </p:spPr>
        <p:txBody>
          <a:bodyPr anchor="ctr"/>
          <a:lstStyle>
            <a:lvl1pPr marL="0" indent="0" algn="ctr">
              <a:lnSpc>
                <a:spcPct val="100000"/>
              </a:lnSpc>
              <a:buNone/>
              <a:defRPr sz="1000" cap="all" spc="200" baseline="0">
                <a:solidFill>
                  <a:schemeClr val="accent5"/>
                </a:solidFill>
                <a:latin typeface="+mj-lt"/>
              </a:defRPr>
            </a:lvl1pPr>
          </a:lstStyle>
          <a:p>
            <a:pPr lvl="0"/>
            <a:r>
              <a:rPr lang="en-US"/>
              <a:t>Click to add name</a:t>
            </a:r>
          </a:p>
        </p:txBody>
      </p:sp>
      <p:sp>
        <p:nvSpPr>
          <p:cNvPr id="11" name="Text Placeholder 14">
            <a:extLst>
              <a:ext uri="{FF2B5EF4-FFF2-40B4-BE49-F238E27FC236}">
                <a16:creationId xmlns:a16="http://schemas.microsoft.com/office/drawing/2014/main" id="{4EFD147E-AEE9-40FA-96D5-7DBE76033490}"/>
              </a:ext>
            </a:extLst>
          </p:cNvPr>
          <p:cNvSpPr>
            <a:spLocks noGrp="1"/>
          </p:cNvSpPr>
          <p:nvPr>
            <p:ph type="body" sz="quarter" idx="20" hasCustomPrompt="1"/>
          </p:nvPr>
        </p:nvSpPr>
        <p:spPr>
          <a:xfrm>
            <a:off x="3744687" y="2307743"/>
            <a:ext cx="1183179" cy="492025"/>
          </a:xfrm>
          <a:prstGeom prst="rect">
            <a:avLst/>
          </a:prstGeom>
        </p:spPr>
        <p:txBody>
          <a:bodyPr anchor="ctr"/>
          <a:lstStyle>
            <a:lvl1pPr marL="0" indent="0" algn="ctr">
              <a:lnSpc>
                <a:spcPct val="100000"/>
              </a:lnSpc>
              <a:buNone/>
              <a:defRPr sz="1200" cap="all" spc="200" baseline="0">
                <a:solidFill>
                  <a:schemeClr val="accent2">
                    <a:lumMod val="20000"/>
                    <a:lumOff val="80000"/>
                  </a:schemeClr>
                </a:solidFill>
                <a:latin typeface="+mj-lt"/>
              </a:defRPr>
            </a:lvl1pPr>
          </a:lstStyle>
          <a:p>
            <a:pPr lvl="0"/>
            <a:r>
              <a:rPr lang="en-US"/>
              <a:t>Click to add name</a:t>
            </a:r>
          </a:p>
        </p:txBody>
      </p:sp>
      <p:sp>
        <p:nvSpPr>
          <p:cNvPr id="12" name="Text Placeholder 14">
            <a:extLst>
              <a:ext uri="{FF2B5EF4-FFF2-40B4-BE49-F238E27FC236}">
                <a16:creationId xmlns:a16="http://schemas.microsoft.com/office/drawing/2014/main" id="{035518AB-0629-41B1-8670-DAE8C31C9998}"/>
              </a:ext>
            </a:extLst>
          </p:cNvPr>
          <p:cNvSpPr>
            <a:spLocks noGrp="1"/>
          </p:cNvSpPr>
          <p:nvPr>
            <p:ph type="body" sz="quarter" idx="21" hasCustomPrompt="1"/>
          </p:nvPr>
        </p:nvSpPr>
        <p:spPr>
          <a:xfrm>
            <a:off x="4181179" y="4420460"/>
            <a:ext cx="1183179" cy="492025"/>
          </a:xfrm>
          <a:prstGeom prst="rect">
            <a:avLst/>
          </a:prstGeom>
        </p:spPr>
        <p:txBody>
          <a:bodyPr anchor="ctr"/>
          <a:lstStyle>
            <a:lvl1pPr marL="0" indent="0" algn="ctr">
              <a:lnSpc>
                <a:spcPct val="100000"/>
              </a:lnSpc>
              <a:buNone/>
              <a:defRPr sz="1200" cap="all" spc="200" baseline="0">
                <a:solidFill>
                  <a:schemeClr val="accent1">
                    <a:lumMod val="20000"/>
                    <a:lumOff val="80000"/>
                  </a:schemeClr>
                </a:solidFill>
                <a:latin typeface="+mj-lt"/>
              </a:defRPr>
            </a:lvl1pPr>
          </a:lstStyle>
          <a:p>
            <a:pPr lvl="0"/>
            <a:r>
              <a:rPr lang="en-US"/>
              <a:t>Click to add name</a:t>
            </a:r>
          </a:p>
        </p:txBody>
      </p:sp>
      <p:sp>
        <p:nvSpPr>
          <p:cNvPr id="13" name="Text Placeholder 14">
            <a:extLst>
              <a:ext uri="{FF2B5EF4-FFF2-40B4-BE49-F238E27FC236}">
                <a16:creationId xmlns:a16="http://schemas.microsoft.com/office/drawing/2014/main" id="{D84B55A2-EE63-46F3-80EA-C4F512388C1B}"/>
              </a:ext>
            </a:extLst>
          </p:cNvPr>
          <p:cNvSpPr>
            <a:spLocks noGrp="1"/>
          </p:cNvSpPr>
          <p:nvPr>
            <p:ph type="body" sz="quarter" idx="22" hasCustomPrompt="1"/>
          </p:nvPr>
        </p:nvSpPr>
        <p:spPr>
          <a:xfrm>
            <a:off x="2643702" y="4552190"/>
            <a:ext cx="1183179" cy="492025"/>
          </a:xfrm>
          <a:prstGeom prst="rect">
            <a:avLst/>
          </a:prstGeom>
        </p:spPr>
        <p:txBody>
          <a:bodyPr anchor="ctr"/>
          <a:lstStyle>
            <a:lvl1pPr marL="0" indent="0" algn="ctr">
              <a:lnSpc>
                <a:spcPct val="100000"/>
              </a:lnSpc>
              <a:buNone/>
              <a:defRPr sz="1200" cap="all" spc="200" baseline="0">
                <a:solidFill>
                  <a:schemeClr val="accent6">
                    <a:lumMod val="40000"/>
                    <a:lumOff val="60000"/>
                  </a:schemeClr>
                </a:solidFill>
                <a:latin typeface="+mj-lt"/>
              </a:defRPr>
            </a:lvl1pPr>
          </a:lstStyle>
          <a:p>
            <a:pPr lvl="0"/>
            <a:r>
              <a:rPr lang="en-US"/>
              <a:t>Click to add name</a:t>
            </a:r>
          </a:p>
        </p:txBody>
      </p:sp>
      <p:sp>
        <p:nvSpPr>
          <p:cNvPr id="14" name="Text Placeholder 14">
            <a:extLst>
              <a:ext uri="{FF2B5EF4-FFF2-40B4-BE49-F238E27FC236}">
                <a16:creationId xmlns:a16="http://schemas.microsoft.com/office/drawing/2014/main" id="{EDED8D5C-7B18-4E79-B6B4-E59FAC3A83D5}"/>
              </a:ext>
            </a:extLst>
          </p:cNvPr>
          <p:cNvSpPr>
            <a:spLocks noGrp="1"/>
          </p:cNvSpPr>
          <p:nvPr>
            <p:ph type="body" sz="quarter" idx="23" hasCustomPrompt="1"/>
          </p:nvPr>
        </p:nvSpPr>
        <p:spPr>
          <a:xfrm>
            <a:off x="6400052" y="4120885"/>
            <a:ext cx="1183179" cy="492025"/>
          </a:xfrm>
          <a:prstGeom prst="rect">
            <a:avLst/>
          </a:prstGeom>
        </p:spPr>
        <p:txBody>
          <a:bodyPr anchor="ctr"/>
          <a:lstStyle>
            <a:lvl1pPr marL="0" indent="0" algn="ctr">
              <a:lnSpc>
                <a:spcPct val="100000"/>
              </a:lnSpc>
              <a:buNone/>
              <a:defRPr sz="1200" cap="all" spc="200" baseline="0">
                <a:solidFill>
                  <a:schemeClr val="accent1">
                    <a:lumMod val="40000"/>
                    <a:lumOff val="60000"/>
                  </a:schemeClr>
                </a:solidFill>
                <a:latin typeface="+mj-lt"/>
              </a:defRPr>
            </a:lvl1pPr>
          </a:lstStyle>
          <a:p>
            <a:pPr lvl="0"/>
            <a:r>
              <a:rPr lang="en-US"/>
              <a:t>Click to add name</a:t>
            </a:r>
          </a:p>
        </p:txBody>
      </p:sp>
      <p:sp>
        <p:nvSpPr>
          <p:cNvPr id="15" name="Text Placeholder 14">
            <a:extLst>
              <a:ext uri="{FF2B5EF4-FFF2-40B4-BE49-F238E27FC236}">
                <a16:creationId xmlns:a16="http://schemas.microsoft.com/office/drawing/2014/main" id="{E8B6D903-1EAA-44AD-A3D8-6256873B7A22}"/>
              </a:ext>
            </a:extLst>
          </p:cNvPr>
          <p:cNvSpPr>
            <a:spLocks noGrp="1"/>
          </p:cNvSpPr>
          <p:nvPr>
            <p:ph type="body" sz="quarter" idx="25" hasCustomPrompt="1"/>
          </p:nvPr>
        </p:nvSpPr>
        <p:spPr>
          <a:xfrm>
            <a:off x="2545032" y="3467155"/>
            <a:ext cx="1209143" cy="492025"/>
          </a:xfrm>
          <a:prstGeom prst="rect">
            <a:avLst/>
          </a:prstGeom>
        </p:spPr>
        <p:txBody>
          <a:bodyPr anchor="ctr"/>
          <a:lstStyle>
            <a:lvl1pPr marL="0" indent="0" algn="ctr">
              <a:lnSpc>
                <a:spcPct val="100000"/>
              </a:lnSpc>
              <a:buNone/>
              <a:defRPr sz="1000" cap="all" spc="200" baseline="0">
                <a:solidFill>
                  <a:schemeClr val="accent5"/>
                </a:solidFill>
                <a:latin typeface="+mj-lt"/>
              </a:defRPr>
            </a:lvl1pPr>
          </a:lstStyle>
          <a:p>
            <a:pPr lvl="0"/>
            <a:r>
              <a:rPr lang="en-US"/>
              <a:t>Click to add name</a:t>
            </a:r>
          </a:p>
        </p:txBody>
      </p:sp>
      <p:cxnSp>
        <p:nvCxnSpPr>
          <p:cNvPr id="16" name="Straight Connector 15">
            <a:extLst>
              <a:ext uri="{FF2B5EF4-FFF2-40B4-BE49-F238E27FC236}">
                <a16:creationId xmlns:a16="http://schemas.microsoft.com/office/drawing/2014/main" id="{8914974F-EEEB-4FDB-B605-14B6199844BA}"/>
              </a:ext>
            </a:extLst>
          </p:cNvPr>
          <p:cNvCxnSpPr>
            <a:cxnSpLocks/>
          </p:cNvCxnSpPr>
          <p:nvPr userDrawn="1"/>
        </p:nvCxnSpPr>
        <p:spPr>
          <a:xfrm>
            <a:off x="3758002" y="3713168"/>
            <a:ext cx="4683649" cy="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FCFFB4C-5408-479D-88E2-42F8897706C7}"/>
              </a:ext>
            </a:extLst>
          </p:cNvPr>
          <p:cNvCxnSpPr>
            <a:cxnSpLocks/>
          </p:cNvCxnSpPr>
          <p:nvPr userDrawn="1"/>
        </p:nvCxnSpPr>
        <p:spPr>
          <a:xfrm flipV="1">
            <a:off x="6091322" y="2030298"/>
            <a:ext cx="4678" cy="3376818"/>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8" name="Text Placeholder 14">
            <a:extLst>
              <a:ext uri="{FF2B5EF4-FFF2-40B4-BE49-F238E27FC236}">
                <a16:creationId xmlns:a16="http://schemas.microsoft.com/office/drawing/2014/main" id="{9D316786-C25C-4139-9C9E-B55FEA3C4AC0}"/>
              </a:ext>
            </a:extLst>
          </p:cNvPr>
          <p:cNvSpPr>
            <a:spLocks noGrp="1"/>
          </p:cNvSpPr>
          <p:nvPr>
            <p:ph type="body" sz="quarter" idx="26" hasCustomPrompt="1"/>
          </p:nvPr>
        </p:nvSpPr>
        <p:spPr>
          <a:xfrm>
            <a:off x="6754219" y="2067508"/>
            <a:ext cx="1706965" cy="1048575"/>
          </a:xfrm>
          <a:prstGeom prst="rect">
            <a:avLst/>
          </a:prstGeom>
        </p:spPr>
        <p:txBody>
          <a:bodyPr anchor="ctr"/>
          <a:lstStyle>
            <a:lvl1pPr marL="0" indent="0" algn="ctr">
              <a:lnSpc>
                <a:spcPct val="100000"/>
              </a:lnSpc>
              <a:buNone/>
              <a:defRPr sz="1600" cap="all" spc="200" baseline="0">
                <a:solidFill>
                  <a:schemeClr val="bg1"/>
                </a:solidFill>
                <a:latin typeface="+mj-lt"/>
              </a:defRPr>
            </a:lvl1pPr>
          </a:lstStyle>
          <a:p>
            <a:pPr lvl="0"/>
            <a:r>
              <a:rPr lang="en-US"/>
              <a:t>Click to add name</a:t>
            </a:r>
          </a:p>
        </p:txBody>
      </p:sp>
      <p:sp>
        <p:nvSpPr>
          <p:cNvPr id="20" name="Text Placeholder 14">
            <a:extLst>
              <a:ext uri="{FF2B5EF4-FFF2-40B4-BE49-F238E27FC236}">
                <a16:creationId xmlns:a16="http://schemas.microsoft.com/office/drawing/2014/main" id="{DC43FD24-D855-40FC-85C4-87ED3F64AA2C}"/>
              </a:ext>
            </a:extLst>
          </p:cNvPr>
          <p:cNvSpPr>
            <a:spLocks noGrp="1"/>
          </p:cNvSpPr>
          <p:nvPr>
            <p:ph type="body" sz="quarter" idx="24" hasCustomPrompt="1"/>
          </p:nvPr>
        </p:nvSpPr>
        <p:spPr>
          <a:xfrm>
            <a:off x="7860695" y="4820889"/>
            <a:ext cx="1183179" cy="492025"/>
          </a:xfrm>
          <a:prstGeom prst="rect">
            <a:avLst/>
          </a:prstGeom>
        </p:spPr>
        <p:txBody>
          <a:bodyPr anchor="ctr"/>
          <a:lstStyle>
            <a:lvl1pPr marL="0" indent="0" algn="ctr">
              <a:lnSpc>
                <a:spcPct val="100000"/>
              </a:lnSpc>
              <a:buNone/>
              <a:defRPr sz="1200" cap="all" spc="200" baseline="0">
                <a:solidFill>
                  <a:schemeClr val="accent4"/>
                </a:solidFill>
                <a:latin typeface="+mj-lt"/>
              </a:defRPr>
            </a:lvl1pPr>
          </a:lstStyle>
          <a:p>
            <a:pPr lvl="0"/>
            <a:r>
              <a:rPr lang="en-US"/>
              <a:t>Click to add name</a:t>
            </a:r>
          </a:p>
        </p:txBody>
      </p:sp>
      <p:sp>
        <p:nvSpPr>
          <p:cNvPr id="2" name="Title 1">
            <a:extLst>
              <a:ext uri="{FF2B5EF4-FFF2-40B4-BE49-F238E27FC236}">
                <a16:creationId xmlns:a16="http://schemas.microsoft.com/office/drawing/2014/main" id="{2C07A013-A59B-4367-9832-ED55A6D25280}"/>
              </a:ext>
            </a:extLst>
          </p:cNvPr>
          <p:cNvSpPr>
            <a:spLocks noGrp="1"/>
          </p:cNvSpPr>
          <p:nvPr>
            <p:ph type="title" hasCustomPrompt="1"/>
          </p:nvPr>
        </p:nvSpPr>
        <p:spPr>
          <a:xfrm>
            <a:off x="794508" y="715939"/>
            <a:ext cx="4864608" cy="365760"/>
          </a:xfrm>
        </p:spPr>
        <p:txBody>
          <a:bodyPr anchor="t">
            <a:noAutofit/>
          </a:bodyPr>
          <a:lstStyle>
            <a:lvl1pPr>
              <a:defRPr sz="2800">
                <a:ln w="19050">
                  <a:solidFill>
                    <a:schemeClr val="bg1"/>
                  </a:solidFill>
                </a:ln>
              </a:defRPr>
            </a:lvl1pPr>
          </a:lstStyle>
          <a:p>
            <a:r>
              <a:rPr lang="en-US" dirty="0"/>
              <a:t>Click to add title</a:t>
            </a:r>
          </a:p>
        </p:txBody>
      </p:sp>
    </p:spTree>
    <p:extLst>
      <p:ext uri="{BB962C8B-B14F-4D97-AF65-F5344CB8AC3E}">
        <p14:creationId xmlns:p14="http://schemas.microsoft.com/office/powerpoint/2010/main" val="328588519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rowth Strateg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D1F00DA-5D59-4EDE-BA9C-D312B3FBBAFD}"/>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3" name="Date Placeholder 2">
            <a:extLst>
              <a:ext uri="{FF2B5EF4-FFF2-40B4-BE49-F238E27FC236}">
                <a16:creationId xmlns:a16="http://schemas.microsoft.com/office/drawing/2014/main" id="{94C3578F-2A0F-4E30-AF4A-8F796929EE04}"/>
              </a:ext>
            </a:extLst>
          </p:cNvPr>
          <p:cNvSpPr>
            <a:spLocks noGrp="1"/>
          </p:cNvSpPr>
          <p:nvPr>
            <p:ph type="dt" sz="half" idx="10"/>
          </p:nvPr>
        </p:nvSpPr>
        <p:spPr/>
        <p:txBody>
          <a:bodyPr/>
          <a:lstStyle/>
          <a:p>
            <a:r>
              <a:rPr lang="en-US"/>
              <a:t>8/06/20XX</a:t>
            </a:r>
            <a:endParaRPr lang="en-US" dirty="0"/>
          </a:p>
        </p:txBody>
      </p:sp>
      <p:sp>
        <p:nvSpPr>
          <p:cNvPr id="4" name="Footer Placeholder 3">
            <a:extLst>
              <a:ext uri="{FF2B5EF4-FFF2-40B4-BE49-F238E27FC236}">
                <a16:creationId xmlns:a16="http://schemas.microsoft.com/office/drawing/2014/main" id="{01F6CA51-E5DC-4FC3-92F6-D5EC783C0A8A}"/>
              </a:ext>
            </a:extLst>
          </p:cNvPr>
          <p:cNvSpPr>
            <a:spLocks noGrp="1"/>
          </p:cNvSpPr>
          <p:nvPr>
            <p:ph type="ftr" sz="quarter" idx="11"/>
          </p:nvPr>
        </p:nvSpPr>
        <p:spPr/>
        <p:txBody>
          <a:bodyPr/>
          <a:lstStyle/>
          <a:p>
            <a:r>
              <a:rPr lang="en-US"/>
              <a:t>PITCH DECK</a:t>
            </a:r>
            <a:endParaRPr lang="en-US" dirty="0"/>
          </a:p>
        </p:txBody>
      </p:sp>
      <p:sp>
        <p:nvSpPr>
          <p:cNvPr id="5" name="Slide Number Placeholder 4">
            <a:extLst>
              <a:ext uri="{FF2B5EF4-FFF2-40B4-BE49-F238E27FC236}">
                <a16:creationId xmlns:a16="http://schemas.microsoft.com/office/drawing/2014/main" id="{1A10E530-F1C5-4166-A95F-3F8D022CCD74}"/>
              </a:ext>
            </a:extLst>
          </p:cNvPr>
          <p:cNvSpPr>
            <a:spLocks noGrp="1"/>
          </p:cNvSpPr>
          <p:nvPr>
            <p:ph type="sldNum" sz="quarter" idx="12"/>
          </p:nvPr>
        </p:nvSpPr>
        <p:spPr/>
        <p:txBody>
          <a:bodyPr/>
          <a:lstStyle/>
          <a:p>
            <a:fld id="{A402E4C0-AD5E-4E8C-9F21-7CCE474BDCEB}" type="slidenum">
              <a:rPr lang="en-US" smtClean="0"/>
              <a:pPr/>
              <a:t>‹#›</a:t>
            </a:fld>
            <a:endParaRPr lang="en-US" dirty="0"/>
          </a:p>
        </p:txBody>
      </p:sp>
      <p:sp>
        <p:nvSpPr>
          <p:cNvPr id="11" name="Text Placeholder 14">
            <a:extLst>
              <a:ext uri="{FF2B5EF4-FFF2-40B4-BE49-F238E27FC236}">
                <a16:creationId xmlns:a16="http://schemas.microsoft.com/office/drawing/2014/main" id="{191453D1-9488-4F30-8223-1CB500BDC2F1}"/>
              </a:ext>
            </a:extLst>
          </p:cNvPr>
          <p:cNvSpPr>
            <a:spLocks noGrp="1"/>
          </p:cNvSpPr>
          <p:nvPr>
            <p:ph type="body" sz="quarter" idx="19" hasCustomPrompt="1"/>
          </p:nvPr>
        </p:nvSpPr>
        <p:spPr>
          <a:xfrm>
            <a:off x="2452699" y="1592681"/>
            <a:ext cx="7306060" cy="393427"/>
          </a:xfrm>
          <a:prstGeom prst="rect">
            <a:avLst/>
          </a:prstGeom>
        </p:spPr>
        <p:txBody>
          <a:bodyPr>
            <a:normAutofit/>
          </a:bodyPr>
          <a:lstStyle>
            <a:lvl1pPr marL="0" indent="0" algn="ctr">
              <a:buNone/>
              <a:defRPr sz="1800" cap="none" spc="200" baseline="0">
                <a:solidFill>
                  <a:schemeClr val="bg1"/>
                </a:solidFill>
                <a:latin typeface="Posterama" panose="020B0504020200020000" pitchFamily="34" charset="0"/>
                <a:cs typeface="Posterama" panose="020B0504020200020000" pitchFamily="34" charset="0"/>
              </a:defRPr>
            </a:lvl1pPr>
          </a:lstStyle>
          <a:p>
            <a:pPr lvl="0"/>
            <a:r>
              <a:rPr lang="en-US"/>
              <a:t>Add subtitle</a:t>
            </a:r>
          </a:p>
        </p:txBody>
      </p:sp>
      <p:sp>
        <p:nvSpPr>
          <p:cNvPr id="12" name="Text Placeholder 14">
            <a:extLst>
              <a:ext uri="{FF2B5EF4-FFF2-40B4-BE49-F238E27FC236}">
                <a16:creationId xmlns:a16="http://schemas.microsoft.com/office/drawing/2014/main" id="{4882AD8A-D4BD-4E12-8458-AC021F93B15C}"/>
              </a:ext>
            </a:extLst>
          </p:cNvPr>
          <p:cNvSpPr>
            <a:spLocks noGrp="1"/>
          </p:cNvSpPr>
          <p:nvPr>
            <p:ph type="body" sz="quarter" idx="26" hasCustomPrompt="1"/>
          </p:nvPr>
        </p:nvSpPr>
        <p:spPr>
          <a:xfrm>
            <a:off x="1973698" y="3031460"/>
            <a:ext cx="1975104" cy="868680"/>
          </a:xfrm>
          <a:prstGeom prst="rect">
            <a:avLst/>
          </a:prstGeom>
          <a:ln w="25400">
            <a:solidFill>
              <a:schemeClr val="accent6"/>
            </a:solidFill>
          </a:ln>
        </p:spPr>
        <p:txBody>
          <a:bodyPr anchor="ctr"/>
          <a:lstStyle>
            <a:lvl1pPr marL="0" indent="0" algn="ctr">
              <a:lnSpc>
                <a:spcPct val="100000"/>
              </a:lnSpc>
              <a:buNone/>
              <a:defRPr sz="1600" cap="all" spc="200" baseline="0">
                <a:solidFill>
                  <a:schemeClr val="accent6"/>
                </a:solidFill>
                <a:latin typeface="+mj-lt"/>
              </a:defRPr>
            </a:lvl1pPr>
          </a:lstStyle>
          <a:p>
            <a:pPr lvl="0"/>
            <a:r>
              <a:rPr lang="en-US" dirty="0"/>
              <a:t>Click to add name</a:t>
            </a:r>
          </a:p>
        </p:txBody>
      </p:sp>
      <p:sp>
        <p:nvSpPr>
          <p:cNvPr id="13" name="Text Placeholder 14">
            <a:extLst>
              <a:ext uri="{FF2B5EF4-FFF2-40B4-BE49-F238E27FC236}">
                <a16:creationId xmlns:a16="http://schemas.microsoft.com/office/drawing/2014/main" id="{3DF3AAFC-DA9A-4A72-BBF9-5A097BC5950E}"/>
              </a:ext>
            </a:extLst>
          </p:cNvPr>
          <p:cNvSpPr>
            <a:spLocks noGrp="1"/>
          </p:cNvSpPr>
          <p:nvPr>
            <p:ph type="body" sz="quarter" idx="27" hasCustomPrompt="1"/>
          </p:nvPr>
        </p:nvSpPr>
        <p:spPr>
          <a:xfrm>
            <a:off x="5202976" y="3031460"/>
            <a:ext cx="1975104" cy="868680"/>
          </a:xfrm>
          <a:prstGeom prst="rect">
            <a:avLst/>
          </a:prstGeom>
          <a:ln w="25400">
            <a:solidFill>
              <a:schemeClr val="accent6"/>
            </a:solidFill>
          </a:ln>
        </p:spPr>
        <p:txBody>
          <a:bodyPr anchor="ctr"/>
          <a:lstStyle>
            <a:lvl1pPr marL="0" indent="0" algn="ctr">
              <a:lnSpc>
                <a:spcPct val="100000"/>
              </a:lnSpc>
              <a:buNone/>
              <a:defRPr sz="1600" cap="all" spc="200" baseline="0">
                <a:solidFill>
                  <a:schemeClr val="accent6"/>
                </a:solidFill>
                <a:latin typeface="+mj-lt"/>
              </a:defRPr>
            </a:lvl1pPr>
          </a:lstStyle>
          <a:p>
            <a:pPr lvl="0"/>
            <a:r>
              <a:rPr lang="en-US" dirty="0"/>
              <a:t>Click to add name</a:t>
            </a:r>
          </a:p>
        </p:txBody>
      </p:sp>
      <p:sp>
        <p:nvSpPr>
          <p:cNvPr id="14" name="Text Placeholder 14">
            <a:extLst>
              <a:ext uri="{FF2B5EF4-FFF2-40B4-BE49-F238E27FC236}">
                <a16:creationId xmlns:a16="http://schemas.microsoft.com/office/drawing/2014/main" id="{2FF48EEE-6AEC-4E37-AD5C-EEB74BA0CEDB}"/>
              </a:ext>
            </a:extLst>
          </p:cNvPr>
          <p:cNvSpPr>
            <a:spLocks noGrp="1"/>
          </p:cNvSpPr>
          <p:nvPr>
            <p:ph type="body" sz="quarter" idx="28" hasCustomPrompt="1"/>
          </p:nvPr>
        </p:nvSpPr>
        <p:spPr>
          <a:xfrm>
            <a:off x="8346652" y="3031460"/>
            <a:ext cx="1975104" cy="868680"/>
          </a:xfrm>
          <a:prstGeom prst="rect">
            <a:avLst/>
          </a:prstGeom>
          <a:ln w="25400">
            <a:solidFill>
              <a:schemeClr val="accent6"/>
            </a:solidFill>
          </a:ln>
        </p:spPr>
        <p:txBody>
          <a:bodyPr anchor="ctr"/>
          <a:lstStyle>
            <a:lvl1pPr marL="0" indent="0" algn="ctr">
              <a:lnSpc>
                <a:spcPct val="100000"/>
              </a:lnSpc>
              <a:buNone/>
              <a:defRPr sz="1600" cap="all" spc="200" baseline="0">
                <a:solidFill>
                  <a:schemeClr val="accent6"/>
                </a:solidFill>
                <a:latin typeface="+mj-lt"/>
              </a:defRPr>
            </a:lvl1pPr>
          </a:lstStyle>
          <a:p>
            <a:pPr lvl="0"/>
            <a:r>
              <a:rPr lang="en-US" dirty="0"/>
              <a:t>Click to add name</a:t>
            </a:r>
          </a:p>
        </p:txBody>
      </p:sp>
      <p:sp>
        <p:nvSpPr>
          <p:cNvPr id="15" name="Text Placeholder 14">
            <a:extLst>
              <a:ext uri="{FF2B5EF4-FFF2-40B4-BE49-F238E27FC236}">
                <a16:creationId xmlns:a16="http://schemas.microsoft.com/office/drawing/2014/main" id="{32066EA2-51F1-4F13-8E1B-89600E879074}"/>
              </a:ext>
            </a:extLst>
          </p:cNvPr>
          <p:cNvSpPr>
            <a:spLocks noGrp="1"/>
          </p:cNvSpPr>
          <p:nvPr>
            <p:ph type="body" sz="quarter" idx="13" hasCustomPrompt="1"/>
          </p:nvPr>
        </p:nvSpPr>
        <p:spPr>
          <a:xfrm>
            <a:off x="1591695" y="4042386"/>
            <a:ext cx="2743200" cy="1148945"/>
          </a:xfrm>
          <a:prstGeom prst="rect">
            <a:avLst/>
          </a:prstGeom>
        </p:spPr>
        <p:txBody>
          <a:bodyPr/>
          <a:lstStyle>
            <a:lvl1pPr marL="0" indent="0" algn="ctr">
              <a:lnSpc>
                <a:spcPct val="125000"/>
              </a:lnSpc>
              <a:spcBef>
                <a:spcPts val="0"/>
              </a:spcBef>
              <a:buNone/>
              <a:defRPr sz="1400" cap="none" spc="0" baseline="0">
                <a:solidFill>
                  <a:schemeClr val="bg1"/>
                </a:solidFill>
                <a:latin typeface="+mn-lt"/>
              </a:defRPr>
            </a:lvl1pPr>
          </a:lstStyle>
          <a:p>
            <a:pPr lvl="0"/>
            <a:r>
              <a:rPr lang="en-US"/>
              <a:t>Click to add text</a:t>
            </a:r>
          </a:p>
        </p:txBody>
      </p:sp>
      <p:sp>
        <p:nvSpPr>
          <p:cNvPr id="16" name="Text Placeholder 14">
            <a:extLst>
              <a:ext uri="{FF2B5EF4-FFF2-40B4-BE49-F238E27FC236}">
                <a16:creationId xmlns:a16="http://schemas.microsoft.com/office/drawing/2014/main" id="{F14EBD1B-595C-4A54-92C8-3C5427E15C45}"/>
              </a:ext>
            </a:extLst>
          </p:cNvPr>
          <p:cNvSpPr>
            <a:spLocks noGrp="1"/>
          </p:cNvSpPr>
          <p:nvPr>
            <p:ph type="body" sz="quarter" idx="29" hasCustomPrompt="1"/>
          </p:nvPr>
        </p:nvSpPr>
        <p:spPr>
          <a:xfrm>
            <a:off x="4820973" y="4042387"/>
            <a:ext cx="2743200" cy="1148945"/>
          </a:xfrm>
          <a:prstGeom prst="rect">
            <a:avLst/>
          </a:prstGeom>
        </p:spPr>
        <p:txBody>
          <a:bodyPr/>
          <a:lstStyle>
            <a:lvl1pPr marL="0" indent="0" algn="ctr">
              <a:lnSpc>
                <a:spcPct val="125000"/>
              </a:lnSpc>
              <a:spcBef>
                <a:spcPts val="0"/>
              </a:spcBef>
              <a:buNone/>
              <a:defRPr sz="1400" cap="none" spc="0" baseline="0">
                <a:solidFill>
                  <a:schemeClr val="bg1"/>
                </a:solidFill>
                <a:latin typeface="+mn-lt"/>
              </a:defRPr>
            </a:lvl1pPr>
          </a:lstStyle>
          <a:p>
            <a:pPr lvl="0"/>
            <a:r>
              <a:rPr lang="en-US"/>
              <a:t>Click to add text</a:t>
            </a:r>
          </a:p>
        </p:txBody>
      </p:sp>
      <p:sp>
        <p:nvSpPr>
          <p:cNvPr id="17" name="Text Placeholder 14">
            <a:extLst>
              <a:ext uri="{FF2B5EF4-FFF2-40B4-BE49-F238E27FC236}">
                <a16:creationId xmlns:a16="http://schemas.microsoft.com/office/drawing/2014/main" id="{B64F77B9-03A9-4E3E-B656-D3C0FBE25AB5}"/>
              </a:ext>
            </a:extLst>
          </p:cNvPr>
          <p:cNvSpPr>
            <a:spLocks noGrp="1"/>
          </p:cNvSpPr>
          <p:nvPr>
            <p:ph type="body" sz="quarter" idx="30" hasCustomPrompt="1"/>
          </p:nvPr>
        </p:nvSpPr>
        <p:spPr>
          <a:xfrm>
            <a:off x="7964649" y="4042386"/>
            <a:ext cx="2743200" cy="1148945"/>
          </a:xfrm>
          <a:prstGeom prst="rect">
            <a:avLst/>
          </a:prstGeom>
        </p:spPr>
        <p:txBody>
          <a:bodyPr/>
          <a:lstStyle>
            <a:lvl1pPr marL="0" indent="0" algn="ctr">
              <a:lnSpc>
                <a:spcPct val="125000"/>
              </a:lnSpc>
              <a:spcBef>
                <a:spcPts val="0"/>
              </a:spcBef>
              <a:buNone/>
              <a:defRPr sz="1400" cap="none" spc="0" baseline="0">
                <a:solidFill>
                  <a:schemeClr val="bg1"/>
                </a:solidFill>
                <a:latin typeface="+mn-lt"/>
              </a:defRPr>
            </a:lvl1pPr>
          </a:lstStyle>
          <a:p>
            <a:pPr lvl="0"/>
            <a:r>
              <a:rPr lang="en-US"/>
              <a:t>Click to add text</a:t>
            </a:r>
          </a:p>
        </p:txBody>
      </p:sp>
      <p:sp>
        <p:nvSpPr>
          <p:cNvPr id="2" name="Title 1">
            <a:extLst>
              <a:ext uri="{FF2B5EF4-FFF2-40B4-BE49-F238E27FC236}">
                <a16:creationId xmlns:a16="http://schemas.microsoft.com/office/drawing/2014/main" id="{DFFECFB3-5650-476F-BB54-8A2A45F8AE7F}"/>
              </a:ext>
            </a:extLst>
          </p:cNvPr>
          <p:cNvSpPr>
            <a:spLocks noGrp="1"/>
          </p:cNvSpPr>
          <p:nvPr>
            <p:ph type="title" hasCustomPrompt="1"/>
          </p:nvPr>
        </p:nvSpPr>
        <p:spPr>
          <a:xfrm>
            <a:off x="2451534" y="989042"/>
            <a:ext cx="7287768" cy="630936"/>
          </a:xfrm>
        </p:spPr>
        <p:txBody>
          <a:bodyPr anchor="t">
            <a:noAutofit/>
          </a:bodyPr>
          <a:lstStyle>
            <a:lvl1pPr algn="ctr">
              <a:lnSpc>
                <a:spcPct val="125000"/>
              </a:lnSpc>
              <a:defRPr sz="2800">
                <a:ln w="19050">
                  <a:solidFill>
                    <a:schemeClr val="bg1"/>
                  </a:solidFill>
                </a:ln>
              </a:defRPr>
            </a:lvl1pPr>
          </a:lstStyle>
          <a:p>
            <a:r>
              <a:rPr lang="en-US" dirty="0"/>
              <a:t>Click to add title</a:t>
            </a:r>
          </a:p>
        </p:txBody>
      </p:sp>
    </p:spTree>
    <p:extLst>
      <p:ext uri="{BB962C8B-B14F-4D97-AF65-F5344CB8AC3E}">
        <p14:creationId xmlns:p14="http://schemas.microsoft.com/office/powerpoint/2010/main" val="252198536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raction">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3D91600-3E99-42F4-85C2-60F442CD5E7C}"/>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22" name="Content Placeholder 8">
            <a:extLst>
              <a:ext uri="{FF2B5EF4-FFF2-40B4-BE49-F238E27FC236}">
                <a16:creationId xmlns:a16="http://schemas.microsoft.com/office/drawing/2014/main" id="{30B4BBA3-2E4B-4AF2-8A2B-92DD019631E8}"/>
              </a:ext>
            </a:extLst>
          </p:cNvPr>
          <p:cNvSpPr>
            <a:spLocks noGrp="1"/>
          </p:cNvSpPr>
          <p:nvPr>
            <p:ph sz="quarter" idx="39"/>
          </p:nvPr>
        </p:nvSpPr>
        <p:spPr>
          <a:xfrm>
            <a:off x="6266428" y="2782888"/>
            <a:ext cx="4992567" cy="343693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14">
            <a:extLst>
              <a:ext uri="{FF2B5EF4-FFF2-40B4-BE49-F238E27FC236}">
                <a16:creationId xmlns:a16="http://schemas.microsoft.com/office/drawing/2014/main" id="{44460CAC-F6F8-43F8-93F5-188B790DEE63}"/>
              </a:ext>
            </a:extLst>
          </p:cNvPr>
          <p:cNvSpPr>
            <a:spLocks noGrp="1"/>
          </p:cNvSpPr>
          <p:nvPr>
            <p:ph type="body" sz="quarter" idx="19" hasCustomPrompt="1"/>
          </p:nvPr>
        </p:nvSpPr>
        <p:spPr>
          <a:xfrm>
            <a:off x="2452699" y="1592681"/>
            <a:ext cx="7306060" cy="393427"/>
          </a:xfrm>
          <a:prstGeom prst="rect">
            <a:avLst/>
          </a:prstGeom>
        </p:spPr>
        <p:txBody>
          <a:bodyPr>
            <a:normAutofit/>
          </a:bodyPr>
          <a:lstStyle>
            <a:lvl1pPr marL="0" indent="0" algn="ctr">
              <a:buNone/>
              <a:defRPr sz="1800" cap="none" spc="200" baseline="0">
                <a:solidFill>
                  <a:schemeClr val="bg1"/>
                </a:solidFill>
                <a:latin typeface="Posterama" panose="020B0504020200020000" pitchFamily="34" charset="0"/>
                <a:cs typeface="Posterama" panose="020B0504020200020000" pitchFamily="34" charset="0"/>
              </a:defRPr>
            </a:lvl1pPr>
          </a:lstStyle>
          <a:p>
            <a:pPr lvl="0"/>
            <a:r>
              <a:rPr lang="en-US"/>
              <a:t>Add subtitle</a:t>
            </a:r>
          </a:p>
        </p:txBody>
      </p:sp>
      <p:sp>
        <p:nvSpPr>
          <p:cNvPr id="3" name="Date Placeholder 2">
            <a:extLst>
              <a:ext uri="{FF2B5EF4-FFF2-40B4-BE49-F238E27FC236}">
                <a16:creationId xmlns:a16="http://schemas.microsoft.com/office/drawing/2014/main" id="{6968D310-58F4-4A10-A286-9B42AECFDD18}"/>
              </a:ext>
            </a:extLst>
          </p:cNvPr>
          <p:cNvSpPr>
            <a:spLocks noGrp="1"/>
          </p:cNvSpPr>
          <p:nvPr>
            <p:ph type="dt" sz="half" idx="10"/>
          </p:nvPr>
        </p:nvSpPr>
        <p:spPr/>
        <p:txBody>
          <a:bodyPr/>
          <a:lstStyle/>
          <a:p>
            <a:r>
              <a:rPr lang="en-US"/>
              <a:t>8/06/20XX</a:t>
            </a:r>
            <a:endParaRPr lang="en-US" dirty="0"/>
          </a:p>
        </p:txBody>
      </p:sp>
      <p:sp>
        <p:nvSpPr>
          <p:cNvPr id="4" name="Footer Placeholder 3">
            <a:extLst>
              <a:ext uri="{FF2B5EF4-FFF2-40B4-BE49-F238E27FC236}">
                <a16:creationId xmlns:a16="http://schemas.microsoft.com/office/drawing/2014/main" id="{6C868E10-EEA7-4017-B7CA-17B5EB23C4EC}"/>
              </a:ext>
            </a:extLst>
          </p:cNvPr>
          <p:cNvSpPr>
            <a:spLocks noGrp="1"/>
          </p:cNvSpPr>
          <p:nvPr>
            <p:ph type="ftr" sz="quarter" idx="11"/>
          </p:nvPr>
        </p:nvSpPr>
        <p:spPr/>
        <p:txBody>
          <a:bodyPr/>
          <a:lstStyle/>
          <a:p>
            <a:r>
              <a:rPr lang="en-US"/>
              <a:t>PITCH DECK</a:t>
            </a:r>
            <a:endParaRPr lang="en-US" dirty="0"/>
          </a:p>
        </p:txBody>
      </p:sp>
      <p:sp>
        <p:nvSpPr>
          <p:cNvPr id="5" name="Slide Number Placeholder 4">
            <a:extLst>
              <a:ext uri="{FF2B5EF4-FFF2-40B4-BE49-F238E27FC236}">
                <a16:creationId xmlns:a16="http://schemas.microsoft.com/office/drawing/2014/main" id="{C2B014CA-8BED-467C-AC80-6DC5B3DDC405}"/>
              </a:ext>
            </a:extLst>
          </p:cNvPr>
          <p:cNvSpPr>
            <a:spLocks noGrp="1"/>
          </p:cNvSpPr>
          <p:nvPr>
            <p:ph type="sldNum" sz="quarter" idx="12"/>
          </p:nvPr>
        </p:nvSpPr>
        <p:spPr/>
        <p:txBody>
          <a:bodyPr/>
          <a:lstStyle/>
          <a:p>
            <a:fld id="{A402E4C0-AD5E-4E8C-9F21-7CCE474BDCEB}" type="slidenum">
              <a:rPr lang="en-US" smtClean="0"/>
              <a:pPr/>
              <a:t>‹#›</a:t>
            </a:fld>
            <a:endParaRPr lang="en-US" dirty="0"/>
          </a:p>
        </p:txBody>
      </p:sp>
      <p:sp>
        <p:nvSpPr>
          <p:cNvPr id="78" name="Text Placeholder 14">
            <a:extLst>
              <a:ext uri="{FF2B5EF4-FFF2-40B4-BE49-F238E27FC236}">
                <a16:creationId xmlns:a16="http://schemas.microsoft.com/office/drawing/2014/main" id="{2C4E099A-EEE4-40B4-B9B5-32A5A981F951}"/>
              </a:ext>
            </a:extLst>
          </p:cNvPr>
          <p:cNvSpPr>
            <a:spLocks noGrp="1"/>
          </p:cNvSpPr>
          <p:nvPr>
            <p:ph type="body" sz="quarter" idx="36" hasCustomPrompt="1"/>
          </p:nvPr>
        </p:nvSpPr>
        <p:spPr>
          <a:xfrm>
            <a:off x="905410" y="2333977"/>
            <a:ext cx="5007023" cy="448769"/>
          </a:xfrm>
          <a:prstGeom prst="rect">
            <a:avLst/>
          </a:prstGeom>
        </p:spPr>
        <p:txBody>
          <a:bodyPr/>
          <a:lstStyle>
            <a:lvl1pPr marL="0" indent="0" algn="ctr">
              <a:buNone/>
              <a:defRPr sz="1600" cap="all" spc="200" baseline="0">
                <a:solidFill>
                  <a:schemeClr val="accent6"/>
                </a:solidFill>
                <a:latin typeface="+mj-lt"/>
                <a:cs typeface="Posterama" panose="020B0504020200020000" pitchFamily="34" charset="0"/>
              </a:defRPr>
            </a:lvl1pPr>
          </a:lstStyle>
          <a:p>
            <a:pPr lvl="0"/>
            <a:r>
              <a:rPr lang="en-US"/>
              <a:t>Click to add title</a:t>
            </a:r>
          </a:p>
        </p:txBody>
      </p:sp>
      <p:sp>
        <p:nvSpPr>
          <p:cNvPr id="79" name="Text Placeholder 14">
            <a:extLst>
              <a:ext uri="{FF2B5EF4-FFF2-40B4-BE49-F238E27FC236}">
                <a16:creationId xmlns:a16="http://schemas.microsoft.com/office/drawing/2014/main" id="{51338F1A-6EF2-4AA5-9EE8-628C9D57C270}"/>
              </a:ext>
            </a:extLst>
          </p:cNvPr>
          <p:cNvSpPr>
            <a:spLocks noGrp="1"/>
          </p:cNvSpPr>
          <p:nvPr>
            <p:ph type="body" sz="quarter" idx="37" hasCustomPrompt="1"/>
          </p:nvPr>
        </p:nvSpPr>
        <p:spPr>
          <a:xfrm>
            <a:off x="6279569" y="2339781"/>
            <a:ext cx="4993148" cy="448769"/>
          </a:xfrm>
          <a:prstGeom prst="rect">
            <a:avLst/>
          </a:prstGeom>
        </p:spPr>
        <p:txBody>
          <a:bodyPr/>
          <a:lstStyle>
            <a:lvl1pPr marL="0" indent="0" algn="ctr">
              <a:buNone/>
              <a:defRPr sz="1600" cap="all" spc="200" baseline="0">
                <a:solidFill>
                  <a:schemeClr val="accent6"/>
                </a:solidFill>
                <a:latin typeface="+mj-lt"/>
                <a:cs typeface="Posterama" panose="020B0504020200020000" pitchFamily="34" charset="0"/>
              </a:defRPr>
            </a:lvl1pPr>
          </a:lstStyle>
          <a:p>
            <a:pPr lvl="0"/>
            <a:r>
              <a:rPr lang="en-US"/>
              <a:t>Click to add title</a:t>
            </a:r>
          </a:p>
        </p:txBody>
      </p:sp>
      <p:sp>
        <p:nvSpPr>
          <p:cNvPr id="19" name="Title 1">
            <a:extLst>
              <a:ext uri="{FF2B5EF4-FFF2-40B4-BE49-F238E27FC236}">
                <a16:creationId xmlns:a16="http://schemas.microsoft.com/office/drawing/2014/main" id="{DF744EAD-73E9-49F3-9CA4-9A344EB625D9}"/>
              </a:ext>
            </a:extLst>
          </p:cNvPr>
          <p:cNvSpPr>
            <a:spLocks noGrp="1"/>
          </p:cNvSpPr>
          <p:nvPr>
            <p:ph type="title" hasCustomPrompt="1"/>
          </p:nvPr>
        </p:nvSpPr>
        <p:spPr>
          <a:xfrm>
            <a:off x="2451534" y="989042"/>
            <a:ext cx="7287768" cy="630936"/>
          </a:xfrm>
        </p:spPr>
        <p:txBody>
          <a:bodyPr anchor="t">
            <a:noAutofit/>
          </a:bodyPr>
          <a:lstStyle>
            <a:lvl1pPr algn="ctr">
              <a:lnSpc>
                <a:spcPct val="125000"/>
              </a:lnSpc>
              <a:defRPr sz="2800">
                <a:ln w="19050">
                  <a:solidFill>
                    <a:schemeClr val="bg1"/>
                  </a:solidFill>
                </a:ln>
              </a:defRPr>
            </a:lvl1pPr>
          </a:lstStyle>
          <a:p>
            <a:r>
              <a:rPr lang="en-US" dirty="0"/>
              <a:t>Click to add title</a:t>
            </a:r>
          </a:p>
        </p:txBody>
      </p:sp>
      <p:sp>
        <p:nvSpPr>
          <p:cNvPr id="9" name="Content Placeholder 8">
            <a:extLst>
              <a:ext uri="{FF2B5EF4-FFF2-40B4-BE49-F238E27FC236}">
                <a16:creationId xmlns:a16="http://schemas.microsoft.com/office/drawing/2014/main" id="{ACB4710E-545B-4940-B69A-359188335AD3}"/>
              </a:ext>
            </a:extLst>
          </p:cNvPr>
          <p:cNvSpPr>
            <a:spLocks noGrp="1"/>
          </p:cNvSpPr>
          <p:nvPr>
            <p:ph sz="quarter" idx="38"/>
          </p:nvPr>
        </p:nvSpPr>
        <p:spPr>
          <a:xfrm>
            <a:off x="919283" y="2782888"/>
            <a:ext cx="4992567" cy="343693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5027024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Year Action Plan">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9533791-52F7-40F6-B230-7BF6C505CCD6}"/>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3" name="Date Placeholder 2">
            <a:extLst>
              <a:ext uri="{FF2B5EF4-FFF2-40B4-BE49-F238E27FC236}">
                <a16:creationId xmlns:a16="http://schemas.microsoft.com/office/drawing/2014/main" id="{DE68A0C5-BEED-4BC5-ACD5-3F28EDE19EE3}"/>
              </a:ext>
            </a:extLst>
          </p:cNvPr>
          <p:cNvSpPr>
            <a:spLocks noGrp="1"/>
          </p:cNvSpPr>
          <p:nvPr>
            <p:ph type="dt" sz="half" idx="10"/>
          </p:nvPr>
        </p:nvSpPr>
        <p:spPr/>
        <p:txBody>
          <a:bodyPr/>
          <a:lstStyle/>
          <a:p>
            <a:r>
              <a:rPr lang="en-US"/>
              <a:t>8/06/20XX</a:t>
            </a:r>
            <a:endParaRPr lang="en-US" dirty="0"/>
          </a:p>
        </p:txBody>
      </p:sp>
      <p:sp>
        <p:nvSpPr>
          <p:cNvPr id="4" name="Footer Placeholder 3">
            <a:extLst>
              <a:ext uri="{FF2B5EF4-FFF2-40B4-BE49-F238E27FC236}">
                <a16:creationId xmlns:a16="http://schemas.microsoft.com/office/drawing/2014/main" id="{B35EA781-4C22-4390-A03C-CA5DCCB7A2B1}"/>
              </a:ext>
            </a:extLst>
          </p:cNvPr>
          <p:cNvSpPr>
            <a:spLocks noGrp="1"/>
          </p:cNvSpPr>
          <p:nvPr>
            <p:ph type="ftr" sz="quarter" idx="11"/>
          </p:nvPr>
        </p:nvSpPr>
        <p:spPr/>
        <p:txBody>
          <a:bodyPr/>
          <a:lstStyle/>
          <a:p>
            <a:r>
              <a:rPr lang="en-US"/>
              <a:t>PITCH DECK</a:t>
            </a:r>
            <a:endParaRPr lang="en-US" dirty="0"/>
          </a:p>
        </p:txBody>
      </p:sp>
      <p:sp>
        <p:nvSpPr>
          <p:cNvPr id="5" name="Slide Number Placeholder 4">
            <a:extLst>
              <a:ext uri="{FF2B5EF4-FFF2-40B4-BE49-F238E27FC236}">
                <a16:creationId xmlns:a16="http://schemas.microsoft.com/office/drawing/2014/main" id="{6FE694A4-07AC-48C4-A560-162C1F4ECD49}"/>
              </a:ext>
            </a:extLst>
          </p:cNvPr>
          <p:cNvSpPr>
            <a:spLocks noGrp="1"/>
          </p:cNvSpPr>
          <p:nvPr>
            <p:ph type="sldNum" sz="quarter" idx="12"/>
          </p:nvPr>
        </p:nvSpPr>
        <p:spPr/>
        <p:txBody>
          <a:bodyPr/>
          <a:lstStyle/>
          <a:p>
            <a:fld id="{A402E4C0-AD5E-4E8C-9F21-7CCE474BDCEB}" type="slidenum">
              <a:rPr lang="en-US" smtClean="0"/>
              <a:pPr/>
              <a:t>‹#›</a:t>
            </a:fld>
            <a:endParaRPr lang="en-US" dirty="0"/>
          </a:p>
        </p:txBody>
      </p:sp>
      <p:sp>
        <p:nvSpPr>
          <p:cNvPr id="16" name="Text Placeholder 14">
            <a:extLst>
              <a:ext uri="{FF2B5EF4-FFF2-40B4-BE49-F238E27FC236}">
                <a16:creationId xmlns:a16="http://schemas.microsoft.com/office/drawing/2014/main" id="{2A6B27A0-0449-46AE-A770-EBB281A1A953}"/>
              </a:ext>
            </a:extLst>
          </p:cNvPr>
          <p:cNvSpPr>
            <a:spLocks noGrp="1"/>
          </p:cNvSpPr>
          <p:nvPr>
            <p:ph type="body" sz="quarter" idx="17" hasCustomPrompt="1"/>
          </p:nvPr>
        </p:nvSpPr>
        <p:spPr>
          <a:xfrm>
            <a:off x="1712346" y="3170170"/>
            <a:ext cx="495300" cy="652276"/>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17" name="Text Placeholder 14">
            <a:extLst>
              <a:ext uri="{FF2B5EF4-FFF2-40B4-BE49-F238E27FC236}">
                <a16:creationId xmlns:a16="http://schemas.microsoft.com/office/drawing/2014/main" id="{1E70DE9B-2CDE-44B6-9307-FC12D873CA40}"/>
              </a:ext>
            </a:extLst>
          </p:cNvPr>
          <p:cNvSpPr>
            <a:spLocks noGrp="1"/>
          </p:cNvSpPr>
          <p:nvPr>
            <p:ph type="body" sz="quarter" idx="18" hasCustomPrompt="1"/>
          </p:nvPr>
        </p:nvSpPr>
        <p:spPr>
          <a:xfrm>
            <a:off x="2501761" y="3170170"/>
            <a:ext cx="495300" cy="652276"/>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18" name="Text Placeholder 14">
            <a:extLst>
              <a:ext uri="{FF2B5EF4-FFF2-40B4-BE49-F238E27FC236}">
                <a16:creationId xmlns:a16="http://schemas.microsoft.com/office/drawing/2014/main" id="{123B5183-98F9-43BF-BE37-2AE0A049EA8B}"/>
              </a:ext>
            </a:extLst>
          </p:cNvPr>
          <p:cNvSpPr>
            <a:spLocks noGrp="1"/>
          </p:cNvSpPr>
          <p:nvPr>
            <p:ph type="body" sz="quarter" idx="19" hasCustomPrompt="1"/>
          </p:nvPr>
        </p:nvSpPr>
        <p:spPr>
          <a:xfrm>
            <a:off x="3291176" y="3170170"/>
            <a:ext cx="495300" cy="652276"/>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19" name="Text Placeholder 14">
            <a:extLst>
              <a:ext uri="{FF2B5EF4-FFF2-40B4-BE49-F238E27FC236}">
                <a16:creationId xmlns:a16="http://schemas.microsoft.com/office/drawing/2014/main" id="{49DAB7F1-F6E7-4F92-B252-D9B81196A3A9}"/>
              </a:ext>
            </a:extLst>
          </p:cNvPr>
          <p:cNvSpPr>
            <a:spLocks noGrp="1"/>
          </p:cNvSpPr>
          <p:nvPr>
            <p:ph type="body" sz="quarter" idx="20" hasCustomPrompt="1"/>
          </p:nvPr>
        </p:nvSpPr>
        <p:spPr>
          <a:xfrm>
            <a:off x="4080591" y="3170170"/>
            <a:ext cx="495300" cy="652276"/>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20" name="Text Placeholder 14">
            <a:extLst>
              <a:ext uri="{FF2B5EF4-FFF2-40B4-BE49-F238E27FC236}">
                <a16:creationId xmlns:a16="http://schemas.microsoft.com/office/drawing/2014/main" id="{4037F0E4-C57B-4033-B973-C69A03D97024}"/>
              </a:ext>
            </a:extLst>
          </p:cNvPr>
          <p:cNvSpPr>
            <a:spLocks noGrp="1"/>
          </p:cNvSpPr>
          <p:nvPr>
            <p:ph type="body" sz="quarter" idx="21" hasCustomPrompt="1"/>
          </p:nvPr>
        </p:nvSpPr>
        <p:spPr>
          <a:xfrm>
            <a:off x="4810807" y="3170170"/>
            <a:ext cx="615310" cy="652276"/>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21" name="Text Placeholder 14">
            <a:extLst>
              <a:ext uri="{FF2B5EF4-FFF2-40B4-BE49-F238E27FC236}">
                <a16:creationId xmlns:a16="http://schemas.microsoft.com/office/drawing/2014/main" id="{85DAD742-736F-42D3-99FC-6046CF57A7A3}"/>
              </a:ext>
            </a:extLst>
          </p:cNvPr>
          <p:cNvSpPr>
            <a:spLocks noGrp="1"/>
          </p:cNvSpPr>
          <p:nvPr>
            <p:ph type="body" sz="quarter" idx="22" hasCustomPrompt="1"/>
          </p:nvPr>
        </p:nvSpPr>
        <p:spPr>
          <a:xfrm>
            <a:off x="5659421" y="3170170"/>
            <a:ext cx="495300" cy="652276"/>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22" name="Text Placeholder 14">
            <a:extLst>
              <a:ext uri="{FF2B5EF4-FFF2-40B4-BE49-F238E27FC236}">
                <a16:creationId xmlns:a16="http://schemas.microsoft.com/office/drawing/2014/main" id="{53EC6732-F61D-431C-88C9-BAA5039B6BB6}"/>
              </a:ext>
            </a:extLst>
          </p:cNvPr>
          <p:cNvSpPr>
            <a:spLocks noGrp="1"/>
          </p:cNvSpPr>
          <p:nvPr>
            <p:ph type="body" sz="quarter" idx="23" hasCustomPrompt="1"/>
          </p:nvPr>
        </p:nvSpPr>
        <p:spPr>
          <a:xfrm>
            <a:off x="6448836" y="3170170"/>
            <a:ext cx="495300" cy="652276"/>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23" name="Text Placeholder 14">
            <a:extLst>
              <a:ext uri="{FF2B5EF4-FFF2-40B4-BE49-F238E27FC236}">
                <a16:creationId xmlns:a16="http://schemas.microsoft.com/office/drawing/2014/main" id="{B8218F9A-C149-4D30-8437-B9D8C0DAF1D1}"/>
              </a:ext>
            </a:extLst>
          </p:cNvPr>
          <p:cNvSpPr>
            <a:spLocks noGrp="1"/>
          </p:cNvSpPr>
          <p:nvPr>
            <p:ph type="body" sz="quarter" idx="24" hasCustomPrompt="1"/>
          </p:nvPr>
        </p:nvSpPr>
        <p:spPr>
          <a:xfrm>
            <a:off x="7238251" y="3170170"/>
            <a:ext cx="495300" cy="652276"/>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24" name="Text Placeholder 14">
            <a:extLst>
              <a:ext uri="{FF2B5EF4-FFF2-40B4-BE49-F238E27FC236}">
                <a16:creationId xmlns:a16="http://schemas.microsoft.com/office/drawing/2014/main" id="{BCA166BB-F293-4289-B0EB-57580EC9608B}"/>
              </a:ext>
            </a:extLst>
          </p:cNvPr>
          <p:cNvSpPr>
            <a:spLocks noGrp="1"/>
          </p:cNvSpPr>
          <p:nvPr>
            <p:ph type="body" sz="quarter" idx="25" hasCustomPrompt="1"/>
          </p:nvPr>
        </p:nvSpPr>
        <p:spPr>
          <a:xfrm>
            <a:off x="8027666" y="3170170"/>
            <a:ext cx="495300" cy="652276"/>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25" name="Text Placeholder 14">
            <a:extLst>
              <a:ext uri="{FF2B5EF4-FFF2-40B4-BE49-F238E27FC236}">
                <a16:creationId xmlns:a16="http://schemas.microsoft.com/office/drawing/2014/main" id="{77397369-CCB5-450E-8FD1-46B3B54F6B89}"/>
              </a:ext>
            </a:extLst>
          </p:cNvPr>
          <p:cNvSpPr>
            <a:spLocks noGrp="1"/>
          </p:cNvSpPr>
          <p:nvPr>
            <p:ph type="body" sz="quarter" idx="26" hasCustomPrompt="1"/>
          </p:nvPr>
        </p:nvSpPr>
        <p:spPr>
          <a:xfrm>
            <a:off x="8817081" y="3170170"/>
            <a:ext cx="495300" cy="652276"/>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26" name="Text Placeholder 14">
            <a:extLst>
              <a:ext uri="{FF2B5EF4-FFF2-40B4-BE49-F238E27FC236}">
                <a16:creationId xmlns:a16="http://schemas.microsoft.com/office/drawing/2014/main" id="{78252082-BCF2-4955-B695-35F48EF76FD9}"/>
              </a:ext>
            </a:extLst>
          </p:cNvPr>
          <p:cNvSpPr>
            <a:spLocks noGrp="1"/>
          </p:cNvSpPr>
          <p:nvPr>
            <p:ph type="body" sz="quarter" idx="27" hasCustomPrompt="1"/>
          </p:nvPr>
        </p:nvSpPr>
        <p:spPr>
          <a:xfrm>
            <a:off x="9606496" y="3170170"/>
            <a:ext cx="495300" cy="652276"/>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27" name="Text Placeholder 14">
            <a:extLst>
              <a:ext uri="{FF2B5EF4-FFF2-40B4-BE49-F238E27FC236}">
                <a16:creationId xmlns:a16="http://schemas.microsoft.com/office/drawing/2014/main" id="{AF998D11-3FAA-4712-8C34-404C1BDCECBD}"/>
              </a:ext>
            </a:extLst>
          </p:cNvPr>
          <p:cNvSpPr>
            <a:spLocks noGrp="1"/>
          </p:cNvSpPr>
          <p:nvPr>
            <p:ph type="body" sz="quarter" idx="28" hasCustomPrompt="1"/>
          </p:nvPr>
        </p:nvSpPr>
        <p:spPr>
          <a:xfrm>
            <a:off x="10395907" y="3170170"/>
            <a:ext cx="495300" cy="652276"/>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28" name="Text Placeholder 14">
            <a:extLst>
              <a:ext uri="{FF2B5EF4-FFF2-40B4-BE49-F238E27FC236}">
                <a16:creationId xmlns:a16="http://schemas.microsoft.com/office/drawing/2014/main" id="{2AA33C54-3898-452E-979F-F1B5853E737C}"/>
              </a:ext>
            </a:extLst>
          </p:cNvPr>
          <p:cNvSpPr>
            <a:spLocks noGrp="1"/>
          </p:cNvSpPr>
          <p:nvPr>
            <p:ph type="body" sz="quarter" idx="29" hasCustomPrompt="1"/>
          </p:nvPr>
        </p:nvSpPr>
        <p:spPr>
          <a:xfrm>
            <a:off x="1712346" y="4871997"/>
            <a:ext cx="495300" cy="652272"/>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29" name="Text Placeholder 14">
            <a:extLst>
              <a:ext uri="{FF2B5EF4-FFF2-40B4-BE49-F238E27FC236}">
                <a16:creationId xmlns:a16="http://schemas.microsoft.com/office/drawing/2014/main" id="{0569AA0A-65D1-4456-9A14-327E6CE6DF6A}"/>
              </a:ext>
            </a:extLst>
          </p:cNvPr>
          <p:cNvSpPr>
            <a:spLocks noGrp="1"/>
          </p:cNvSpPr>
          <p:nvPr>
            <p:ph type="body" sz="quarter" idx="30" hasCustomPrompt="1"/>
          </p:nvPr>
        </p:nvSpPr>
        <p:spPr>
          <a:xfrm>
            <a:off x="2501761" y="4871997"/>
            <a:ext cx="495300" cy="652272"/>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30" name="Text Placeholder 14">
            <a:extLst>
              <a:ext uri="{FF2B5EF4-FFF2-40B4-BE49-F238E27FC236}">
                <a16:creationId xmlns:a16="http://schemas.microsoft.com/office/drawing/2014/main" id="{028EB91C-9303-4EB3-886A-E5DA884A80FD}"/>
              </a:ext>
            </a:extLst>
          </p:cNvPr>
          <p:cNvSpPr>
            <a:spLocks noGrp="1"/>
          </p:cNvSpPr>
          <p:nvPr>
            <p:ph type="body" sz="quarter" idx="31" hasCustomPrompt="1"/>
          </p:nvPr>
        </p:nvSpPr>
        <p:spPr>
          <a:xfrm>
            <a:off x="3291176" y="4871997"/>
            <a:ext cx="495300" cy="652272"/>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31" name="Text Placeholder 14">
            <a:extLst>
              <a:ext uri="{FF2B5EF4-FFF2-40B4-BE49-F238E27FC236}">
                <a16:creationId xmlns:a16="http://schemas.microsoft.com/office/drawing/2014/main" id="{4A47908B-3F69-4786-9C40-C12392133F05}"/>
              </a:ext>
            </a:extLst>
          </p:cNvPr>
          <p:cNvSpPr>
            <a:spLocks noGrp="1"/>
          </p:cNvSpPr>
          <p:nvPr>
            <p:ph type="body" sz="quarter" idx="32" hasCustomPrompt="1"/>
          </p:nvPr>
        </p:nvSpPr>
        <p:spPr>
          <a:xfrm>
            <a:off x="4080591" y="4871997"/>
            <a:ext cx="495300" cy="652272"/>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32" name="Text Placeholder 14">
            <a:extLst>
              <a:ext uri="{FF2B5EF4-FFF2-40B4-BE49-F238E27FC236}">
                <a16:creationId xmlns:a16="http://schemas.microsoft.com/office/drawing/2014/main" id="{378EEBEC-FDBD-4D14-ADCA-4C72B269E993}"/>
              </a:ext>
            </a:extLst>
          </p:cNvPr>
          <p:cNvSpPr>
            <a:spLocks noGrp="1"/>
          </p:cNvSpPr>
          <p:nvPr>
            <p:ph type="body" sz="quarter" idx="33" hasCustomPrompt="1"/>
          </p:nvPr>
        </p:nvSpPr>
        <p:spPr>
          <a:xfrm>
            <a:off x="4810807" y="4871997"/>
            <a:ext cx="615310" cy="652272"/>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33" name="Text Placeholder 14">
            <a:extLst>
              <a:ext uri="{FF2B5EF4-FFF2-40B4-BE49-F238E27FC236}">
                <a16:creationId xmlns:a16="http://schemas.microsoft.com/office/drawing/2014/main" id="{044989A5-8040-43C0-BE05-6A79C3BE6378}"/>
              </a:ext>
            </a:extLst>
          </p:cNvPr>
          <p:cNvSpPr>
            <a:spLocks noGrp="1"/>
          </p:cNvSpPr>
          <p:nvPr>
            <p:ph type="body" sz="quarter" idx="34" hasCustomPrompt="1"/>
          </p:nvPr>
        </p:nvSpPr>
        <p:spPr>
          <a:xfrm>
            <a:off x="5659421" y="4871997"/>
            <a:ext cx="495300" cy="652272"/>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34" name="Text Placeholder 14">
            <a:extLst>
              <a:ext uri="{FF2B5EF4-FFF2-40B4-BE49-F238E27FC236}">
                <a16:creationId xmlns:a16="http://schemas.microsoft.com/office/drawing/2014/main" id="{52581A3A-F479-4780-81BE-CCBCF398141A}"/>
              </a:ext>
            </a:extLst>
          </p:cNvPr>
          <p:cNvSpPr>
            <a:spLocks noGrp="1"/>
          </p:cNvSpPr>
          <p:nvPr>
            <p:ph type="body" sz="quarter" idx="35" hasCustomPrompt="1"/>
          </p:nvPr>
        </p:nvSpPr>
        <p:spPr>
          <a:xfrm>
            <a:off x="6448836" y="4871997"/>
            <a:ext cx="495300" cy="652272"/>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35" name="Text Placeholder 14">
            <a:extLst>
              <a:ext uri="{FF2B5EF4-FFF2-40B4-BE49-F238E27FC236}">
                <a16:creationId xmlns:a16="http://schemas.microsoft.com/office/drawing/2014/main" id="{3D361DBA-153A-4846-BDA4-CC63FF94744D}"/>
              </a:ext>
            </a:extLst>
          </p:cNvPr>
          <p:cNvSpPr>
            <a:spLocks noGrp="1"/>
          </p:cNvSpPr>
          <p:nvPr>
            <p:ph type="body" sz="quarter" idx="36" hasCustomPrompt="1"/>
          </p:nvPr>
        </p:nvSpPr>
        <p:spPr>
          <a:xfrm>
            <a:off x="7238251" y="4871997"/>
            <a:ext cx="495300" cy="652272"/>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36" name="Text Placeholder 14">
            <a:extLst>
              <a:ext uri="{FF2B5EF4-FFF2-40B4-BE49-F238E27FC236}">
                <a16:creationId xmlns:a16="http://schemas.microsoft.com/office/drawing/2014/main" id="{78FB324E-EE00-4CC5-9F81-5EF71F305031}"/>
              </a:ext>
            </a:extLst>
          </p:cNvPr>
          <p:cNvSpPr>
            <a:spLocks noGrp="1"/>
          </p:cNvSpPr>
          <p:nvPr>
            <p:ph type="body" sz="quarter" idx="37" hasCustomPrompt="1"/>
          </p:nvPr>
        </p:nvSpPr>
        <p:spPr>
          <a:xfrm>
            <a:off x="8027666" y="4871997"/>
            <a:ext cx="495300" cy="652272"/>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37" name="Text Placeholder 14">
            <a:extLst>
              <a:ext uri="{FF2B5EF4-FFF2-40B4-BE49-F238E27FC236}">
                <a16:creationId xmlns:a16="http://schemas.microsoft.com/office/drawing/2014/main" id="{78AA454F-F92D-4844-92A6-A3FEDD88B302}"/>
              </a:ext>
            </a:extLst>
          </p:cNvPr>
          <p:cNvSpPr>
            <a:spLocks noGrp="1"/>
          </p:cNvSpPr>
          <p:nvPr>
            <p:ph type="body" sz="quarter" idx="38" hasCustomPrompt="1"/>
          </p:nvPr>
        </p:nvSpPr>
        <p:spPr>
          <a:xfrm>
            <a:off x="8817081" y="4871997"/>
            <a:ext cx="495300" cy="652272"/>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38" name="Text Placeholder 14">
            <a:extLst>
              <a:ext uri="{FF2B5EF4-FFF2-40B4-BE49-F238E27FC236}">
                <a16:creationId xmlns:a16="http://schemas.microsoft.com/office/drawing/2014/main" id="{651BCA7B-5BF4-4A0F-95C1-2014315E80B1}"/>
              </a:ext>
            </a:extLst>
          </p:cNvPr>
          <p:cNvSpPr>
            <a:spLocks noGrp="1"/>
          </p:cNvSpPr>
          <p:nvPr>
            <p:ph type="body" sz="quarter" idx="39" hasCustomPrompt="1"/>
          </p:nvPr>
        </p:nvSpPr>
        <p:spPr>
          <a:xfrm>
            <a:off x="9606496" y="4871997"/>
            <a:ext cx="495300" cy="652272"/>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39" name="Text Placeholder 14">
            <a:extLst>
              <a:ext uri="{FF2B5EF4-FFF2-40B4-BE49-F238E27FC236}">
                <a16:creationId xmlns:a16="http://schemas.microsoft.com/office/drawing/2014/main" id="{7E3F41F1-0E06-45ED-894F-7F38510C2728}"/>
              </a:ext>
            </a:extLst>
          </p:cNvPr>
          <p:cNvSpPr>
            <a:spLocks noGrp="1"/>
          </p:cNvSpPr>
          <p:nvPr>
            <p:ph type="body" sz="quarter" idx="40" hasCustomPrompt="1"/>
          </p:nvPr>
        </p:nvSpPr>
        <p:spPr>
          <a:xfrm>
            <a:off x="10395907" y="4871997"/>
            <a:ext cx="495300" cy="652272"/>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52" name="Text Placeholder 14">
            <a:extLst>
              <a:ext uri="{FF2B5EF4-FFF2-40B4-BE49-F238E27FC236}">
                <a16:creationId xmlns:a16="http://schemas.microsoft.com/office/drawing/2014/main" id="{C02572F8-1812-49D5-B24A-088659DE9FC7}"/>
              </a:ext>
            </a:extLst>
          </p:cNvPr>
          <p:cNvSpPr>
            <a:spLocks noGrp="1"/>
          </p:cNvSpPr>
          <p:nvPr>
            <p:ph type="body" sz="quarter" idx="41" hasCustomPrompt="1"/>
          </p:nvPr>
        </p:nvSpPr>
        <p:spPr>
          <a:xfrm>
            <a:off x="653772" y="2763180"/>
            <a:ext cx="1021001" cy="501726"/>
          </a:xfrm>
          <a:prstGeom prst="rect">
            <a:avLst/>
          </a:prstGeom>
        </p:spPr>
        <p:txBody>
          <a:bodyPr anchor="ctr">
            <a:noAutofit/>
          </a:bodyPr>
          <a:lstStyle>
            <a:lvl1pPr marL="0" indent="0" algn="ctr">
              <a:buNone/>
              <a:defRPr sz="1600" cap="all" spc="100" baseline="0">
                <a:solidFill>
                  <a:schemeClr val="bg1"/>
                </a:solidFill>
                <a:latin typeface="+mj-lt"/>
              </a:defRPr>
            </a:lvl1pPr>
          </a:lstStyle>
          <a:p>
            <a:pPr lvl="0"/>
            <a:r>
              <a:rPr lang="en-US"/>
              <a:t>Add year</a:t>
            </a:r>
          </a:p>
        </p:txBody>
      </p:sp>
      <p:sp>
        <p:nvSpPr>
          <p:cNvPr id="53" name="Text Placeholder 14">
            <a:extLst>
              <a:ext uri="{FF2B5EF4-FFF2-40B4-BE49-F238E27FC236}">
                <a16:creationId xmlns:a16="http://schemas.microsoft.com/office/drawing/2014/main" id="{453EA1A1-A67D-4132-9EA0-584E8FA796C3}"/>
              </a:ext>
            </a:extLst>
          </p:cNvPr>
          <p:cNvSpPr>
            <a:spLocks noGrp="1"/>
          </p:cNvSpPr>
          <p:nvPr>
            <p:ph type="body" sz="quarter" idx="42" hasCustomPrompt="1"/>
          </p:nvPr>
        </p:nvSpPr>
        <p:spPr>
          <a:xfrm>
            <a:off x="653772" y="4449967"/>
            <a:ext cx="1021001" cy="501726"/>
          </a:xfrm>
          <a:prstGeom prst="rect">
            <a:avLst/>
          </a:prstGeom>
        </p:spPr>
        <p:txBody>
          <a:bodyPr anchor="ctr">
            <a:noAutofit/>
          </a:bodyPr>
          <a:lstStyle>
            <a:lvl1pPr marL="0" indent="0" algn="ctr">
              <a:buNone/>
              <a:defRPr sz="1600" cap="all" spc="100" baseline="0">
                <a:solidFill>
                  <a:schemeClr val="bg1"/>
                </a:solidFill>
                <a:latin typeface="+mj-lt"/>
              </a:defRPr>
            </a:lvl1pPr>
          </a:lstStyle>
          <a:p>
            <a:pPr lvl="0"/>
            <a:r>
              <a:rPr lang="en-US"/>
              <a:t>Add year</a:t>
            </a:r>
          </a:p>
        </p:txBody>
      </p:sp>
      <p:sp>
        <p:nvSpPr>
          <p:cNvPr id="54" name="Text Placeholder 14">
            <a:extLst>
              <a:ext uri="{FF2B5EF4-FFF2-40B4-BE49-F238E27FC236}">
                <a16:creationId xmlns:a16="http://schemas.microsoft.com/office/drawing/2014/main" id="{658BFCC4-C261-4874-8195-FDA3C5001E05}"/>
              </a:ext>
            </a:extLst>
          </p:cNvPr>
          <p:cNvSpPr>
            <a:spLocks noGrp="1"/>
          </p:cNvSpPr>
          <p:nvPr>
            <p:ph type="body" sz="quarter" idx="43" hasCustomPrompt="1"/>
          </p:nvPr>
        </p:nvSpPr>
        <p:spPr>
          <a:xfrm>
            <a:off x="2029367" y="2071320"/>
            <a:ext cx="1440088" cy="598827"/>
          </a:xfrm>
          <a:prstGeom prst="rect">
            <a:avLst/>
          </a:prstGeom>
        </p:spPr>
        <p:txBody>
          <a:bodyPr anchor="b"/>
          <a:lstStyle>
            <a:lvl1pPr marL="0" indent="0" algn="ctr">
              <a:lnSpc>
                <a:spcPct val="100000"/>
              </a:lnSpc>
              <a:spcBef>
                <a:spcPts val="0"/>
              </a:spcBef>
              <a:buNone/>
              <a:defRPr sz="1400" cap="none" spc="100" baseline="0">
                <a:solidFill>
                  <a:schemeClr val="bg1"/>
                </a:solidFill>
                <a:latin typeface="+mn-lt"/>
              </a:defRPr>
            </a:lvl1pPr>
          </a:lstStyle>
          <a:p>
            <a:pPr lvl="0"/>
            <a:r>
              <a:rPr lang="en-US"/>
              <a:t>Click to add text</a:t>
            </a:r>
          </a:p>
        </p:txBody>
      </p:sp>
      <p:sp>
        <p:nvSpPr>
          <p:cNvPr id="55" name="Text Placeholder 14">
            <a:extLst>
              <a:ext uri="{FF2B5EF4-FFF2-40B4-BE49-F238E27FC236}">
                <a16:creationId xmlns:a16="http://schemas.microsoft.com/office/drawing/2014/main" id="{158708C7-ABA0-43E5-BB89-A1B7B2C45233}"/>
              </a:ext>
            </a:extLst>
          </p:cNvPr>
          <p:cNvSpPr>
            <a:spLocks noGrp="1"/>
          </p:cNvSpPr>
          <p:nvPr>
            <p:ph type="body" sz="quarter" idx="44" hasCustomPrompt="1"/>
          </p:nvPr>
        </p:nvSpPr>
        <p:spPr>
          <a:xfrm>
            <a:off x="4397612" y="2071320"/>
            <a:ext cx="1440088" cy="598827"/>
          </a:xfrm>
          <a:prstGeom prst="rect">
            <a:avLst/>
          </a:prstGeom>
        </p:spPr>
        <p:txBody>
          <a:bodyPr anchor="b"/>
          <a:lstStyle>
            <a:lvl1pPr marL="0" indent="0" algn="ctr">
              <a:lnSpc>
                <a:spcPct val="100000"/>
              </a:lnSpc>
              <a:spcBef>
                <a:spcPts val="0"/>
              </a:spcBef>
              <a:buNone/>
              <a:defRPr sz="1400" cap="none" spc="100" baseline="0">
                <a:solidFill>
                  <a:schemeClr val="bg1"/>
                </a:solidFill>
                <a:latin typeface="+mn-lt"/>
              </a:defRPr>
            </a:lvl1pPr>
          </a:lstStyle>
          <a:p>
            <a:pPr lvl="0"/>
            <a:r>
              <a:rPr lang="en-US"/>
              <a:t>Click to add text</a:t>
            </a:r>
          </a:p>
        </p:txBody>
      </p:sp>
      <p:sp>
        <p:nvSpPr>
          <p:cNvPr id="56" name="Text Placeholder 14">
            <a:extLst>
              <a:ext uri="{FF2B5EF4-FFF2-40B4-BE49-F238E27FC236}">
                <a16:creationId xmlns:a16="http://schemas.microsoft.com/office/drawing/2014/main" id="{2AE59213-95B1-4597-AD8C-D55D96D561EA}"/>
              </a:ext>
            </a:extLst>
          </p:cNvPr>
          <p:cNvSpPr>
            <a:spLocks noGrp="1"/>
          </p:cNvSpPr>
          <p:nvPr>
            <p:ph type="body" sz="quarter" idx="45" hasCustomPrompt="1"/>
          </p:nvPr>
        </p:nvSpPr>
        <p:spPr>
          <a:xfrm>
            <a:off x="8344687" y="2071320"/>
            <a:ext cx="1440088" cy="598827"/>
          </a:xfrm>
          <a:prstGeom prst="rect">
            <a:avLst/>
          </a:prstGeom>
        </p:spPr>
        <p:txBody>
          <a:bodyPr anchor="b"/>
          <a:lstStyle>
            <a:lvl1pPr marL="0" indent="0" algn="ctr">
              <a:lnSpc>
                <a:spcPct val="100000"/>
              </a:lnSpc>
              <a:spcBef>
                <a:spcPts val="0"/>
              </a:spcBef>
              <a:buNone/>
              <a:defRPr sz="1400" cap="none" spc="100" baseline="0">
                <a:solidFill>
                  <a:schemeClr val="bg1"/>
                </a:solidFill>
                <a:latin typeface="+mn-lt"/>
              </a:defRPr>
            </a:lvl1pPr>
          </a:lstStyle>
          <a:p>
            <a:pPr lvl="0"/>
            <a:r>
              <a:rPr lang="en-US"/>
              <a:t>Click to add text</a:t>
            </a:r>
          </a:p>
        </p:txBody>
      </p:sp>
      <p:sp>
        <p:nvSpPr>
          <p:cNvPr id="57" name="Text Placeholder 14">
            <a:extLst>
              <a:ext uri="{FF2B5EF4-FFF2-40B4-BE49-F238E27FC236}">
                <a16:creationId xmlns:a16="http://schemas.microsoft.com/office/drawing/2014/main" id="{2B9A460E-592F-41EA-9F9C-8953AFAC2236}"/>
              </a:ext>
            </a:extLst>
          </p:cNvPr>
          <p:cNvSpPr>
            <a:spLocks noGrp="1"/>
          </p:cNvSpPr>
          <p:nvPr>
            <p:ph type="body" sz="quarter" idx="46" hasCustomPrompt="1"/>
          </p:nvPr>
        </p:nvSpPr>
        <p:spPr>
          <a:xfrm>
            <a:off x="2029367" y="3862599"/>
            <a:ext cx="1440088" cy="549318"/>
          </a:xfrm>
          <a:prstGeom prst="rect">
            <a:avLst/>
          </a:prstGeom>
        </p:spPr>
        <p:txBody>
          <a:bodyPr anchor="b"/>
          <a:lstStyle>
            <a:lvl1pPr marL="0" indent="0" algn="ctr">
              <a:lnSpc>
                <a:spcPct val="100000"/>
              </a:lnSpc>
              <a:spcBef>
                <a:spcPts val="0"/>
              </a:spcBef>
              <a:buNone/>
              <a:defRPr sz="1400" cap="none" spc="100" baseline="0">
                <a:solidFill>
                  <a:schemeClr val="bg1"/>
                </a:solidFill>
                <a:latin typeface="+mn-lt"/>
              </a:defRPr>
            </a:lvl1pPr>
          </a:lstStyle>
          <a:p>
            <a:pPr lvl="0"/>
            <a:r>
              <a:rPr lang="en-US"/>
              <a:t>Click to add text</a:t>
            </a:r>
          </a:p>
        </p:txBody>
      </p:sp>
      <p:sp>
        <p:nvSpPr>
          <p:cNvPr id="58" name="Text Placeholder 14">
            <a:extLst>
              <a:ext uri="{FF2B5EF4-FFF2-40B4-BE49-F238E27FC236}">
                <a16:creationId xmlns:a16="http://schemas.microsoft.com/office/drawing/2014/main" id="{3065B3A8-F99B-47E6-B517-D93AC0FC4501}"/>
              </a:ext>
            </a:extLst>
          </p:cNvPr>
          <p:cNvSpPr>
            <a:spLocks noGrp="1"/>
          </p:cNvSpPr>
          <p:nvPr>
            <p:ph type="body" sz="quarter" idx="47" hasCustomPrompt="1"/>
          </p:nvPr>
        </p:nvSpPr>
        <p:spPr>
          <a:xfrm>
            <a:off x="5976442" y="3862599"/>
            <a:ext cx="1440088" cy="549318"/>
          </a:xfrm>
          <a:prstGeom prst="rect">
            <a:avLst/>
          </a:prstGeom>
        </p:spPr>
        <p:txBody>
          <a:bodyPr anchor="b"/>
          <a:lstStyle>
            <a:lvl1pPr marL="0" indent="0" algn="ctr">
              <a:lnSpc>
                <a:spcPct val="100000"/>
              </a:lnSpc>
              <a:spcBef>
                <a:spcPts val="0"/>
              </a:spcBef>
              <a:buNone/>
              <a:defRPr sz="1400" b="1" cap="none" spc="100" baseline="0">
                <a:solidFill>
                  <a:schemeClr val="accent6"/>
                </a:solidFill>
                <a:latin typeface="+mn-lt"/>
              </a:defRPr>
            </a:lvl1pPr>
          </a:lstStyle>
          <a:p>
            <a:pPr lvl="0"/>
            <a:r>
              <a:rPr lang="en-US"/>
              <a:t>Click to add text</a:t>
            </a:r>
          </a:p>
        </p:txBody>
      </p:sp>
      <p:sp>
        <p:nvSpPr>
          <p:cNvPr id="59" name="Text Placeholder 14">
            <a:extLst>
              <a:ext uri="{FF2B5EF4-FFF2-40B4-BE49-F238E27FC236}">
                <a16:creationId xmlns:a16="http://schemas.microsoft.com/office/drawing/2014/main" id="{B2187073-BC0A-4137-A204-D35C44CD7F87}"/>
              </a:ext>
            </a:extLst>
          </p:cNvPr>
          <p:cNvSpPr>
            <a:spLocks noGrp="1"/>
          </p:cNvSpPr>
          <p:nvPr>
            <p:ph type="body" sz="quarter" idx="48" hasCustomPrompt="1"/>
          </p:nvPr>
        </p:nvSpPr>
        <p:spPr>
          <a:xfrm>
            <a:off x="9923517" y="3862599"/>
            <a:ext cx="1440088" cy="549318"/>
          </a:xfrm>
          <a:prstGeom prst="rect">
            <a:avLst/>
          </a:prstGeom>
        </p:spPr>
        <p:txBody>
          <a:bodyPr anchor="b"/>
          <a:lstStyle>
            <a:lvl1pPr marL="0" indent="0" algn="ctr">
              <a:lnSpc>
                <a:spcPct val="100000"/>
              </a:lnSpc>
              <a:spcBef>
                <a:spcPts val="0"/>
              </a:spcBef>
              <a:buNone/>
              <a:defRPr sz="1400" cap="none" spc="100" baseline="0">
                <a:solidFill>
                  <a:schemeClr val="bg1"/>
                </a:solidFill>
                <a:latin typeface="+mn-lt"/>
              </a:defRPr>
            </a:lvl1pPr>
          </a:lstStyle>
          <a:p>
            <a:pPr lvl="0"/>
            <a:r>
              <a:rPr lang="en-US"/>
              <a:t>Click to add text</a:t>
            </a:r>
          </a:p>
        </p:txBody>
      </p:sp>
      <p:sp>
        <p:nvSpPr>
          <p:cNvPr id="40" name="Title 1">
            <a:extLst>
              <a:ext uri="{FF2B5EF4-FFF2-40B4-BE49-F238E27FC236}">
                <a16:creationId xmlns:a16="http://schemas.microsoft.com/office/drawing/2014/main" id="{35F35AF6-FBA2-4CA2-8A1F-2C977E6C9754}"/>
              </a:ext>
            </a:extLst>
          </p:cNvPr>
          <p:cNvSpPr>
            <a:spLocks noGrp="1"/>
          </p:cNvSpPr>
          <p:nvPr>
            <p:ph type="title" hasCustomPrompt="1"/>
          </p:nvPr>
        </p:nvSpPr>
        <p:spPr>
          <a:xfrm>
            <a:off x="2451534" y="989042"/>
            <a:ext cx="7287768" cy="630936"/>
          </a:xfrm>
        </p:spPr>
        <p:txBody>
          <a:bodyPr anchor="t">
            <a:noAutofit/>
          </a:bodyPr>
          <a:lstStyle>
            <a:lvl1pPr algn="ctr">
              <a:lnSpc>
                <a:spcPct val="125000"/>
              </a:lnSpc>
              <a:defRPr sz="2800">
                <a:ln w="19050">
                  <a:solidFill>
                    <a:schemeClr val="bg1"/>
                  </a:solidFill>
                </a:ln>
              </a:defRPr>
            </a:lvl1pPr>
          </a:lstStyle>
          <a:p>
            <a:r>
              <a:rPr lang="en-US" dirty="0"/>
              <a:t>Click to add title</a:t>
            </a:r>
          </a:p>
        </p:txBody>
      </p:sp>
    </p:spTree>
    <p:extLst>
      <p:ext uri="{BB962C8B-B14F-4D97-AF65-F5344CB8AC3E}">
        <p14:creationId xmlns:p14="http://schemas.microsoft.com/office/powerpoint/2010/main" val="155821656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inancials">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5C89BE0-E34D-48FA-8ED2-CA69BFBC4FB6}"/>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13" name="Picture Placeholder 7">
            <a:extLst>
              <a:ext uri="{FF2B5EF4-FFF2-40B4-BE49-F238E27FC236}">
                <a16:creationId xmlns:a16="http://schemas.microsoft.com/office/drawing/2014/main" id="{AB20A778-FBFD-4ED2-8E9B-6645F59A4D16}"/>
              </a:ext>
            </a:extLst>
          </p:cNvPr>
          <p:cNvSpPr>
            <a:spLocks noGrp="1"/>
          </p:cNvSpPr>
          <p:nvPr>
            <p:ph type="pic" sz="quarter" idx="14" hasCustomPrompt="1"/>
          </p:nvPr>
        </p:nvSpPr>
        <p:spPr>
          <a:xfrm>
            <a:off x="7179732" y="0"/>
            <a:ext cx="5012268" cy="6867376"/>
          </a:xfrm>
        </p:spPr>
        <p:txBody>
          <a:bodyPr/>
          <a:lstStyle>
            <a:lvl1pPr marL="0" indent="0" algn="ctr">
              <a:buNone/>
              <a:defRPr>
                <a:solidFill>
                  <a:schemeClr val="bg1"/>
                </a:solidFill>
              </a:defRPr>
            </a:lvl1pPr>
          </a:lstStyle>
          <a:p>
            <a:r>
              <a:rPr lang="en-US" dirty="0"/>
              <a:t>Click to add photo</a:t>
            </a:r>
          </a:p>
        </p:txBody>
      </p:sp>
      <p:sp>
        <p:nvSpPr>
          <p:cNvPr id="8" name="Picture Placeholder 7">
            <a:extLst>
              <a:ext uri="{FF2B5EF4-FFF2-40B4-BE49-F238E27FC236}">
                <a16:creationId xmlns:a16="http://schemas.microsoft.com/office/drawing/2014/main" id="{3B12CF59-4802-4969-8645-8E2014DF0AB6}"/>
              </a:ext>
            </a:extLst>
          </p:cNvPr>
          <p:cNvSpPr>
            <a:spLocks noGrp="1"/>
          </p:cNvSpPr>
          <p:nvPr>
            <p:ph type="pic" sz="quarter" idx="13" hasCustomPrompt="1"/>
          </p:nvPr>
        </p:nvSpPr>
        <p:spPr>
          <a:xfrm>
            <a:off x="7179732" y="0"/>
            <a:ext cx="5012267" cy="6867376"/>
          </a:xfrm>
        </p:spPr>
        <p:txBody>
          <a:bodyPr/>
          <a:lstStyle>
            <a:lvl1pPr marL="0" indent="0" algn="ctr">
              <a:buNone/>
              <a:defRPr>
                <a:solidFill>
                  <a:schemeClr val="bg1"/>
                </a:solidFill>
              </a:defRPr>
            </a:lvl1pPr>
          </a:lstStyle>
          <a:p>
            <a:r>
              <a:rPr lang="en-US" dirty="0"/>
              <a:t>Click to add photo</a:t>
            </a:r>
          </a:p>
        </p:txBody>
      </p:sp>
      <p:sp>
        <p:nvSpPr>
          <p:cNvPr id="3" name="Date Placeholder 2">
            <a:extLst>
              <a:ext uri="{FF2B5EF4-FFF2-40B4-BE49-F238E27FC236}">
                <a16:creationId xmlns:a16="http://schemas.microsoft.com/office/drawing/2014/main" id="{523CB959-A5D6-4887-9B77-916F0EA10660}"/>
              </a:ext>
            </a:extLst>
          </p:cNvPr>
          <p:cNvSpPr>
            <a:spLocks noGrp="1"/>
          </p:cNvSpPr>
          <p:nvPr>
            <p:ph type="dt" sz="half" idx="10"/>
          </p:nvPr>
        </p:nvSpPr>
        <p:spPr/>
        <p:txBody>
          <a:bodyPr/>
          <a:lstStyle/>
          <a:p>
            <a:r>
              <a:rPr lang="en-US"/>
              <a:t>8/06/20XX</a:t>
            </a:r>
            <a:endParaRPr lang="en-US" dirty="0"/>
          </a:p>
        </p:txBody>
      </p:sp>
      <p:sp>
        <p:nvSpPr>
          <p:cNvPr id="4" name="Footer Placeholder 3">
            <a:extLst>
              <a:ext uri="{FF2B5EF4-FFF2-40B4-BE49-F238E27FC236}">
                <a16:creationId xmlns:a16="http://schemas.microsoft.com/office/drawing/2014/main" id="{E8C0AFFF-66EA-44D7-828D-244A190B13B2}"/>
              </a:ext>
            </a:extLst>
          </p:cNvPr>
          <p:cNvSpPr>
            <a:spLocks noGrp="1"/>
          </p:cNvSpPr>
          <p:nvPr>
            <p:ph type="ftr" sz="quarter" idx="11"/>
          </p:nvPr>
        </p:nvSpPr>
        <p:spPr/>
        <p:txBody>
          <a:bodyPr/>
          <a:lstStyle/>
          <a:p>
            <a:r>
              <a:rPr lang="en-US"/>
              <a:t>PITCH DECK</a:t>
            </a:r>
            <a:endParaRPr lang="en-US" dirty="0"/>
          </a:p>
        </p:txBody>
      </p:sp>
      <p:sp>
        <p:nvSpPr>
          <p:cNvPr id="5" name="Slide Number Placeholder 4">
            <a:extLst>
              <a:ext uri="{FF2B5EF4-FFF2-40B4-BE49-F238E27FC236}">
                <a16:creationId xmlns:a16="http://schemas.microsoft.com/office/drawing/2014/main" id="{4D589006-A738-42A2-B328-34F70A778A89}"/>
              </a:ext>
            </a:extLst>
          </p:cNvPr>
          <p:cNvSpPr>
            <a:spLocks noGrp="1"/>
          </p:cNvSpPr>
          <p:nvPr>
            <p:ph type="sldNum" sz="quarter" idx="12"/>
          </p:nvPr>
        </p:nvSpPr>
        <p:spPr/>
        <p:txBody>
          <a:bodyPr/>
          <a:lstStyle/>
          <a:p>
            <a:fld id="{A402E4C0-AD5E-4E8C-9F21-7CCE474BDCEB}" type="slidenum">
              <a:rPr lang="en-US" smtClean="0"/>
              <a:pPr/>
              <a:t>‹#›</a:t>
            </a:fld>
            <a:endParaRPr lang="en-US" dirty="0"/>
          </a:p>
        </p:txBody>
      </p:sp>
      <p:sp>
        <p:nvSpPr>
          <p:cNvPr id="11" name="Title 1">
            <a:extLst>
              <a:ext uri="{FF2B5EF4-FFF2-40B4-BE49-F238E27FC236}">
                <a16:creationId xmlns:a16="http://schemas.microsoft.com/office/drawing/2014/main" id="{473E75D8-7274-49D2-8CF2-0E990C29CCA7}"/>
              </a:ext>
            </a:extLst>
          </p:cNvPr>
          <p:cNvSpPr>
            <a:spLocks noGrp="1"/>
          </p:cNvSpPr>
          <p:nvPr>
            <p:ph type="title" hasCustomPrompt="1"/>
          </p:nvPr>
        </p:nvSpPr>
        <p:spPr>
          <a:xfrm>
            <a:off x="793750" y="715939"/>
            <a:ext cx="4864608" cy="365760"/>
          </a:xfrm>
        </p:spPr>
        <p:txBody>
          <a:bodyPr anchor="t">
            <a:noAutofit/>
          </a:bodyPr>
          <a:lstStyle>
            <a:lvl1pPr>
              <a:defRPr sz="2800">
                <a:ln w="19050">
                  <a:solidFill>
                    <a:schemeClr val="bg1"/>
                  </a:solidFill>
                </a:ln>
              </a:defRPr>
            </a:lvl1pPr>
          </a:lstStyle>
          <a:p>
            <a:r>
              <a:rPr lang="en-US" dirty="0"/>
              <a:t>Click to add title</a:t>
            </a:r>
          </a:p>
        </p:txBody>
      </p:sp>
      <p:sp>
        <p:nvSpPr>
          <p:cNvPr id="6" name="Content Placeholder 5">
            <a:extLst>
              <a:ext uri="{FF2B5EF4-FFF2-40B4-BE49-F238E27FC236}">
                <a16:creationId xmlns:a16="http://schemas.microsoft.com/office/drawing/2014/main" id="{28591683-9C5C-45D2-A241-FC48B66B50DB}"/>
              </a:ext>
            </a:extLst>
          </p:cNvPr>
          <p:cNvSpPr>
            <a:spLocks noGrp="1"/>
          </p:cNvSpPr>
          <p:nvPr>
            <p:ph sz="quarter" idx="15"/>
          </p:nvPr>
        </p:nvSpPr>
        <p:spPr>
          <a:xfrm>
            <a:off x="793750" y="1238250"/>
            <a:ext cx="5422392" cy="459028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7409676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Meet The Team">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39293AB-35CB-4344-A710-9C0BF396AEAC}"/>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3" name="Date Placeholder 2">
            <a:extLst>
              <a:ext uri="{FF2B5EF4-FFF2-40B4-BE49-F238E27FC236}">
                <a16:creationId xmlns:a16="http://schemas.microsoft.com/office/drawing/2014/main" id="{AE5B5434-FC37-4DD2-AA81-6499AA6FB246}"/>
              </a:ext>
            </a:extLst>
          </p:cNvPr>
          <p:cNvSpPr>
            <a:spLocks noGrp="1"/>
          </p:cNvSpPr>
          <p:nvPr>
            <p:ph type="dt" sz="half" idx="10"/>
          </p:nvPr>
        </p:nvSpPr>
        <p:spPr/>
        <p:txBody>
          <a:bodyPr/>
          <a:lstStyle/>
          <a:p>
            <a:r>
              <a:rPr lang="en-US"/>
              <a:t>8/06/20XX</a:t>
            </a:r>
            <a:endParaRPr lang="en-US" dirty="0"/>
          </a:p>
        </p:txBody>
      </p:sp>
      <p:sp>
        <p:nvSpPr>
          <p:cNvPr id="4" name="Footer Placeholder 3">
            <a:extLst>
              <a:ext uri="{FF2B5EF4-FFF2-40B4-BE49-F238E27FC236}">
                <a16:creationId xmlns:a16="http://schemas.microsoft.com/office/drawing/2014/main" id="{E8DC474A-5DF9-4EA3-A273-CA3941061639}"/>
              </a:ext>
            </a:extLst>
          </p:cNvPr>
          <p:cNvSpPr>
            <a:spLocks noGrp="1"/>
          </p:cNvSpPr>
          <p:nvPr>
            <p:ph type="ftr" sz="quarter" idx="11"/>
          </p:nvPr>
        </p:nvSpPr>
        <p:spPr/>
        <p:txBody>
          <a:bodyPr/>
          <a:lstStyle/>
          <a:p>
            <a:r>
              <a:rPr lang="en-US"/>
              <a:t>PITCH DECK</a:t>
            </a:r>
            <a:endParaRPr lang="en-US" dirty="0"/>
          </a:p>
        </p:txBody>
      </p:sp>
      <p:sp>
        <p:nvSpPr>
          <p:cNvPr id="5" name="Slide Number Placeholder 4">
            <a:extLst>
              <a:ext uri="{FF2B5EF4-FFF2-40B4-BE49-F238E27FC236}">
                <a16:creationId xmlns:a16="http://schemas.microsoft.com/office/drawing/2014/main" id="{DF6B1742-3B51-4EFC-8A04-CD872DE4EC37}"/>
              </a:ext>
            </a:extLst>
          </p:cNvPr>
          <p:cNvSpPr>
            <a:spLocks noGrp="1"/>
          </p:cNvSpPr>
          <p:nvPr>
            <p:ph type="sldNum" sz="quarter" idx="12"/>
          </p:nvPr>
        </p:nvSpPr>
        <p:spPr/>
        <p:txBody>
          <a:bodyPr/>
          <a:lstStyle/>
          <a:p>
            <a:fld id="{A402E4C0-AD5E-4E8C-9F21-7CCE474BDCEB}" type="slidenum">
              <a:rPr lang="en-US" smtClean="0"/>
              <a:pPr/>
              <a:t>‹#›</a:t>
            </a:fld>
            <a:endParaRPr lang="en-US" dirty="0"/>
          </a:p>
        </p:txBody>
      </p:sp>
      <p:sp>
        <p:nvSpPr>
          <p:cNvPr id="9" name="Rectangle 8">
            <a:extLst>
              <a:ext uri="{FF2B5EF4-FFF2-40B4-BE49-F238E27FC236}">
                <a16:creationId xmlns:a16="http://schemas.microsoft.com/office/drawing/2014/main" id="{425C06A4-0C2D-4746-83C3-410A9B469E89}"/>
              </a:ext>
            </a:extLst>
          </p:cNvPr>
          <p:cNvSpPr/>
          <p:nvPr userDrawn="1"/>
        </p:nvSpPr>
        <p:spPr>
          <a:xfrm>
            <a:off x="739302" y="739302"/>
            <a:ext cx="10713396" cy="5379396"/>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Picture Placeholder 9">
            <a:extLst>
              <a:ext uri="{FF2B5EF4-FFF2-40B4-BE49-F238E27FC236}">
                <a16:creationId xmlns:a16="http://schemas.microsoft.com/office/drawing/2014/main" id="{890CF5DC-D21B-4DF3-8248-1F809124AD98}"/>
              </a:ext>
            </a:extLst>
          </p:cNvPr>
          <p:cNvSpPr>
            <a:spLocks noGrp="1"/>
          </p:cNvSpPr>
          <p:nvPr>
            <p:ph type="pic" sz="quarter" idx="15" hasCustomPrompt="1"/>
          </p:nvPr>
        </p:nvSpPr>
        <p:spPr>
          <a:xfrm>
            <a:off x="1803737" y="2804053"/>
            <a:ext cx="1487419" cy="1498417"/>
          </a:xfrm>
          <a:prstGeom prst="rect">
            <a:avLst/>
          </a:prstGeom>
        </p:spPr>
        <p:txBody>
          <a:bodyPr/>
          <a:lstStyle>
            <a:lvl1pPr marL="0" indent="0" algn="ctr">
              <a:buNone/>
              <a:defRPr/>
            </a:lvl1pPr>
          </a:lstStyle>
          <a:p>
            <a:r>
              <a:rPr lang="en-US" dirty="0"/>
              <a:t>Click to add photo</a:t>
            </a:r>
          </a:p>
        </p:txBody>
      </p:sp>
      <p:sp>
        <p:nvSpPr>
          <p:cNvPr id="14" name="Text Placeholder 10">
            <a:extLst>
              <a:ext uri="{FF2B5EF4-FFF2-40B4-BE49-F238E27FC236}">
                <a16:creationId xmlns:a16="http://schemas.microsoft.com/office/drawing/2014/main" id="{BEE26967-C0C7-4310-90FC-F1914D2403E8}"/>
              </a:ext>
            </a:extLst>
          </p:cNvPr>
          <p:cNvSpPr>
            <a:spLocks noGrp="1"/>
          </p:cNvSpPr>
          <p:nvPr>
            <p:ph type="body" sz="quarter" idx="18" hasCustomPrompt="1"/>
          </p:nvPr>
        </p:nvSpPr>
        <p:spPr>
          <a:xfrm>
            <a:off x="1488239" y="4570546"/>
            <a:ext cx="2118414" cy="332113"/>
          </a:xfrm>
          <a:prstGeom prst="rect">
            <a:avLst/>
          </a:prstGeom>
        </p:spPr>
        <p:txBody>
          <a:bodyPr anchor="b">
            <a:normAutofit/>
          </a:bodyPr>
          <a:lstStyle>
            <a:lvl1pPr marL="0" indent="0" algn="ctr">
              <a:buNone/>
              <a:defRPr sz="1400" cap="all" spc="100" baseline="0">
                <a:solidFill>
                  <a:schemeClr val="accent2"/>
                </a:solidFill>
                <a:latin typeface="+mj-lt"/>
              </a:defRPr>
            </a:lvl1pPr>
          </a:lstStyle>
          <a:p>
            <a:pPr lvl="0"/>
            <a:r>
              <a:rPr lang="en-US"/>
              <a:t>Add name</a:t>
            </a:r>
          </a:p>
        </p:txBody>
      </p:sp>
      <p:sp>
        <p:nvSpPr>
          <p:cNvPr id="15" name="Text Placeholder 10">
            <a:extLst>
              <a:ext uri="{FF2B5EF4-FFF2-40B4-BE49-F238E27FC236}">
                <a16:creationId xmlns:a16="http://schemas.microsoft.com/office/drawing/2014/main" id="{3CA187B6-5AE8-4D11-8E79-63677F474D26}"/>
              </a:ext>
            </a:extLst>
          </p:cNvPr>
          <p:cNvSpPr>
            <a:spLocks noGrp="1"/>
          </p:cNvSpPr>
          <p:nvPr>
            <p:ph type="body" sz="quarter" idx="19" hasCustomPrompt="1"/>
          </p:nvPr>
        </p:nvSpPr>
        <p:spPr>
          <a:xfrm>
            <a:off x="1488239" y="4886780"/>
            <a:ext cx="2118414" cy="531393"/>
          </a:xfrm>
          <a:prstGeom prst="rect">
            <a:avLst/>
          </a:prstGeom>
        </p:spPr>
        <p:txBody>
          <a:bodyPr anchor="t">
            <a:normAutofit/>
          </a:bodyPr>
          <a:lstStyle>
            <a:lvl1pPr marL="0" indent="0" algn="ctr">
              <a:buNone/>
              <a:defRPr sz="1200" cap="none" spc="100" baseline="0">
                <a:solidFill>
                  <a:schemeClr val="tx1"/>
                </a:solidFill>
                <a:latin typeface="+mn-lt"/>
              </a:defRPr>
            </a:lvl1pPr>
          </a:lstStyle>
          <a:p>
            <a:pPr lvl="0"/>
            <a:r>
              <a:rPr lang="en-US"/>
              <a:t>Add title</a:t>
            </a:r>
          </a:p>
        </p:txBody>
      </p:sp>
      <p:sp>
        <p:nvSpPr>
          <p:cNvPr id="16" name="Picture Placeholder 9">
            <a:extLst>
              <a:ext uri="{FF2B5EF4-FFF2-40B4-BE49-F238E27FC236}">
                <a16:creationId xmlns:a16="http://schemas.microsoft.com/office/drawing/2014/main" id="{A72BAC04-D935-470E-B6B5-E9CCE70D11F4}"/>
              </a:ext>
            </a:extLst>
          </p:cNvPr>
          <p:cNvSpPr>
            <a:spLocks noGrp="1"/>
          </p:cNvSpPr>
          <p:nvPr>
            <p:ph type="pic" sz="quarter" idx="20" hasCustomPrompt="1"/>
          </p:nvPr>
        </p:nvSpPr>
        <p:spPr>
          <a:xfrm>
            <a:off x="4175961" y="2804053"/>
            <a:ext cx="1487419" cy="1498417"/>
          </a:xfrm>
          <a:prstGeom prst="rect">
            <a:avLst/>
          </a:prstGeom>
        </p:spPr>
        <p:txBody>
          <a:bodyPr/>
          <a:lstStyle>
            <a:lvl1pPr marL="0" indent="0" algn="ctr">
              <a:buNone/>
              <a:defRPr/>
            </a:lvl1pPr>
          </a:lstStyle>
          <a:p>
            <a:r>
              <a:rPr lang="en-US" dirty="0"/>
              <a:t>Click to add photo</a:t>
            </a:r>
          </a:p>
        </p:txBody>
      </p:sp>
      <p:sp>
        <p:nvSpPr>
          <p:cNvPr id="17" name="Picture Placeholder 9">
            <a:extLst>
              <a:ext uri="{FF2B5EF4-FFF2-40B4-BE49-F238E27FC236}">
                <a16:creationId xmlns:a16="http://schemas.microsoft.com/office/drawing/2014/main" id="{456256DC-B113-4559-8D0B-3F8B4A7CAB2B}"/>
              </a:ext>
            </a:extLst>
          </p:cNvPr>
          <p:cNvSpPr>
            <a:spLocks noGrp="1"/>
          </p:cNvSpPr>
          <p:nvPr>
            <p:ph type="pic" sz="quarter" idx="21" hasCustomPrompt="1"/>
          </p:nvPr>
        </p:nvSpPr>
        <p:spPr>
          <a:xfrm>
            <a:off x="6548185" y="2804053"/>
            <a:ext cx="1487419" cy="1498417"/>
          </a:xfrm>
          <a:prstGeom prst="rect">
            <a:avLst/>
          </a:prstGeom>
        </p:spPr>
        <p:txBody>
          <a:bodyPr/>
          <a:lstStyle>
            <a:lvl1pPr marL="0" indent="0" algn="ctr">
              <a:buNone/>
              <a:defRPr/>
            </a:lvl1pPr>
          </a:lstStyle>
          <a:p>
            <a:r>
              <a:rPr lang="en-US" dirty="0"/>
              <a:t>Click to add photo</a:t>
            </a:r>
          </a:p>
        </p:txBody>
      </p:sp>
      <p:sp>
        <p:nvSpPr>
          <p:cNvPr id="18" name="Picture Placeholder 9">
            <a:extLst>
              <a:ext uri="{FF2B5EF4-FFF2-40B4-BE49-F238E27FC236}">
                <a16:creationId xmlns:a16="http://schemas.microsoft.com/office/drawing/2014/main" id="{E60A063A-DD07-4E82-9217-A8AD06D7C94F}"/>
              </a:ext>
            </a:extLst>
          </p:cNvPr>
          <p:cNvSpPr>
            <a:spLocks noGrp="1"/>
          </p:cNvSpPr>
          <p:nvPr>
            <p:ph type="pic" sz="quarter" idx="22" hasCustomPrompt="1"/>
          </p:nvPr>
        </p:nvSpPr>
        <p:spPr>
          <a:xfrm>
            <a:off x="8920409" y="2804053"/>
            <a:ext cx="1487419" cy="1498417"/>
          </a:xfrm>
          <a:prstGeom prst="rect">
            <a:avLst/>
          </a:prstGeom>
        </p:spPr>
        <p:txBody>
          <a:bodyPr/>
          <a:lstStyle>
            <a:lvl1pPr marL="0" indent="0" algn="ctr">
              <a:buNone/>
              <a:defRPr/>
            </a:lvl1pPr>
          </a:lstStyle>
          <a:p>
            <a:r>
              <a:rPr lang="en-US" dirty="0"/>
              <a:t>Click to add photo</a:t>
            </a:r>
          </a:p>
        </p:txBody>
      </p:sp>
      <p:sp>
        <p:nvSpPr>
          <p:cNvPr id="19" name="Text Placeholder 10">
            <a:extLst>
              <a:ext uri="{FF2B5EF4-FFF2-40B4-BE49-F238E27FC236}">
                <a16:creationId xmlns:a16="http://schemas.microsoft.com/office/drawing/2014/main" id="{4194B9ED-C9B7-4850-B875-B179F9A6ADC4}"/>
              </a:ext>
            </a:extLst>
          </p:cNvPr>
          <p:cNvSpPr>
            <a:spLocks noGrp="1"/>
          </p:cNvSpPr>
          <p:nvPr>
            <p:ph type="body" sz="quarter" idx="23" hasCustomPrompt="1"/>
          </p:nvPr>
        </p:nvSpPr>
        <p:spPr>
          <a:xfrm>
            <a:off x="3860463" y="4570546"/>
            <a:ext cx="2118414" cy="332113"/>
          </a:xfrm>
          <a:prstGeom prst="rect">
            <a:avLst/>
          </a:prstGeom>
        </p:spPr>
        <p:txBody>
          <a:bodyPr anchor="b">
            <a:normAutofit/>
          </a:bodyPr>
          <a:lstStyle>
            <a:lvl1pPr marL="0" indent="0" algn="ctr">
              <a:buNone/>
              <a:defRPr sz="1400" cap="all" spc="100" baseline="0">
                <a:solidFill>
                  <a:schemeClr val="accent2"/>
                </a:solidFill>
                <a:latin typeface="+mj-lt"/>
              </a:defRPr>
            </a:lvl1pPr>
          </a:lstStyle>
          <a:p>
            <a:pPr lvl="0"/>
            <a:r>
              <a:rPr lang="en-US"/>
              <a:t>Add name</a:t>
            </a:r>
          </a:p>
        </p:txBody>
      </p:sp>
      <p:sp>
        <p:nvSpPr>
          <p:cNvPr id="20" name="Text Placeholder 10">
            <a:extLst>
              <a:ext uri="{FF2B5EF4-FFF2-40B4-BE49-F238E27FC236}">
                <a16:creationId xmlns:a16="http://schemas.microsoft.com/office/drawing/2014/main" id="{DBB00C57-7DE2-436D-8748-527515EE4A6A}"/>
              </a:ext>
            </a:extLst>
          </p:cNvPr>
          <p:cNvSpPr>
            <a:spLocks noGrp="1"/>
          </p:cNvSpPr>
          <p:nvPr>
            <p:ph type="body" sz="quarter" idx="24" hasCustomPrompt="1"/>
          </p:nvPr>
        </p:nvSpPr>
        <p:spPr>
          <a:xfrm>
            <a:off x="3860463" y="4886780"/>
            <a:ext cx="2118414" cy="531393"/>
          </a:xfrm>
          <a:prstGeom prst="rect">
            <a:avLst/>
          </a:prstGeom>
        </p:spPr>
        <p:txBody>
          <a:bodyPr anchor="t">
            <a:normAutofit/>
          </a:bodyPr>
          <a:lstStyle>
            <a:lvl1pPr marL="0" indent="0" algn="ctr">
              <a:buNone/>
              <a:defRPr sz="1200" cap="none" spc="100" baseline="0">
                <a:solidFill>
                  <a:schemeClr val="tx1"/>
                </a:solidFill>
                <a:latin typeface="+mn-lt"/>
              </a:defRPr>
            </a:lvl1pPr>
          </a:lstStyle>
          <a:p>
            <a:pPr lvl="0"/>
            <a:r>
              <a:rPr lang="en-US"/>
              <a:t>Add title</a:t>
            </a:r>
          </a:p>
        </p:txBody>
      </p:sp>
      <p:sp>
        <p:nvSpPr>
          <p:cNvPr id="21" name="Text Placeholder 10">
            <a:extLst>
              <a:ext uri="{FF2B5EF4-FFF2-40B4-BE49-F238E27FC236}">
                <a16:creationId xmlns:a16="http://schemas.microsoft.com/office/drawing/2014/main" id="{D6503F18-AEB2-4183-8F37-6BE4BBD66EE2}"/>
              </a:ext>
            </a:extLst>
          </p:cNvPr>
          <p:cNvSpPr>
            <a:spLocks noGrp="1"/>
          </p:cNvSpPr>
          <p:nvPr>
            <p:ph type="body" sz="quarter" idx="25" hasCustomPrompt="1"/>
          </p:nvPr>
        </p:nvSpPr>
        <p:spPr>
          <a:xfrm>
            <a:off x="6232687" y="4570546"/>
            <a:ext cx="2118414" cy="332113"/>
          </a:xfrm>
          <a:prstGeom prst="rect">
            <a:avLst/>
          </a:prstGeom>
        </p:spPr>
        <p:txBody>
          <a:bodyPr anchor="b">
            <a:normAutofit/>
          </a:bodyPr>
          <a:lstStyle>
            <a:lvl1pPr marL="0" indent="0" algn="ctr">
              <a:buNone/>
              <a:defRPr sz="1400" cap="all" spc="100" baseline="0">
                <a:solidFill>
                  <a:schemeClr val="accent2"/>
                </a:solidFill>
                <a:latin typeface="+mj-lt"/>
              </a:defRPr>
            </a:lvl1pPr>
          </a:lstStyle>
          <a:p>
            <a:pPr lvl="0"/>
            <a:r>
              <a:rPr lang="en-US"/>
              <a:t>Add name</a:t>
            </a:r>
          </a:p>
        </p:txBody>
      </p:sp>
      <p:sp>
        <p:nvSpPr>
          <p:cNvPr id="22" name="Text Placeholder 10">
            <a:extLst>
              <a:ext uri="{FF2B5EF4-FFF2-40B4-BE49-F238E27FC236}">
                <a16:creationId xmlns:a16="http://schemas.microsoft.com/office/drawing/2014/main" id="{D01AC31E-901A-4C34-A8AE-71C303E07F53}"/>
              </a:ext>
            </a:extLst>
          </p:cNvPr>
          <p:cNvSpPr>
            <a:spLocks noGrp="1"/>
          </p:cNvSpPr>
          <p:nvPr>
            <p:ph type="body" sz="quarter" idx="26" hasCustomPrompt="1"/>
          </p:nvPr>
        </p:nvSpPr>
        <p:spPr>
          <a:xfrm>
            <a:off x="6232687" y="4886780"/>
            <a:ext cx="2118414" cy="531393"/>
          </a:xfrm>
          <a:prstGeom prst="rect">
            <a:avLst/>
          </a:prstGeom>
        </p:spPr>
        <p:txBody>
          <a:bodyPr anchor="t">
            <a:normAutofit/>
          </a:bodyPr>
          <a:lstStyle>
            <a:lvl1pPr marL="0" indent="0" algn="ctr">
              <a:buNone/>
              <a:defRPr sz="1200" cap="none" spc="100" baseline="0">
                <a:solidFill>
                  <a:schemeClr val="tx1"/>
                </a:solidFill>
                <a:latin typeface="+mn-lt"/>
              </a:defRPr>
            </a:lvl1pPr>
          </a:lstStyle>
          <a:p>
            <a:pPr lvl="0"/>
            <a:r>
              <a:rPr lang="en-US"/>
              <a:t>Add title</a:t>
            </a:r>
          </a:p>
        </p:txBody>
      </p:sp>
      <p:sp>
        <p:nvSpPr>
          <p:cNvPr id="23" name="Text Placeholder 10">
            <a:extLst>
              <a:ext uri="{FF2B5EF4-FFF2-40B4-BE49-F238E27FC236}">
                <a16:creationId xmlns:a16="http://schemas.microsoft.com/office/drawing/2014/main" id="{F113CB6D-E397-418B-8738-D96E553ADD2F}"/>
              </a:ext>
            </a:extLst>
          </p:cNvPr>
          <p:cNvSpPr>
            <a:spLocks noGrp="1"/>
          </p:cNvSpPr>
          <p:nvPr>
            <p:ph type="body" sz="quarter" idx="27" hasCustomPrompt="1"/>
          </p:nvPr>
        </p:nvSpPr>
        <p:spPr>
          <a:xfrm>
            <a:off x="8604911" y="4570546"/>
            <a:ext cx="2118415" cy="332113"/>
          </a:xfrm>
          <a:prstGeom prst="rect">
            <a:avLst/>
          </a:prstGeom>
        </p:spPr>
        <p:txBody>
          <a:bodyPr anchor="b">
            <a:normAutofit/>
          </a:bodyPr>
          <a:lstStyle>
            <a:lvl1pPr marL="0" indent="0" algn="ctr">
              <a:buNone/>
              <a:defRPr sz="1400" cap="all" spc="100" baseline="0">
                <a:solidFill>
                  <a:schemeClr val="accent2"/>
                </a:solidFill>
                <a:latin typeface="+mj-lt"/>
              </a:defRPr>
            </a:lvl1pPr>
          </a:lstStyle>
          <a:p>
            <a:pPr lvl="0"/>
            <a:r>
              <a:rPr lang="en-US"/>
              <a:t>Add name</a:t>
            </a:r>
          </a:p>
        </p:txBody>
      </p:sp>
      <p:sp>
        <p:nvSpPr>
          <p:cNvPr id="24" name="Text Placeholder 10">
            <a:extLst>
              <a:ext uri="{FF2B5EF4-FFF2-40B4-BE49-F238E27FC236}">
                <a16:creationId xmlns:a16="http://schemas.microsoft.com/office/drawing/2014/main" id="{63EA5C1A-BB92-4C5E-BB99-A85B0B0FC499}"/>
              </a:ext>
            </a:extLst>
          </p:cNvPr>
          <p:cNvSpPr>
            <a:spLocks noGrp="1"/>
          </p:cNvSpPr>
          <p:nvPr>
            <p:ph type="body" sz="quarter" idx="28" hasCustomPrompt="1"/>
          </p:nvPr>
        </p:nvSpPr>
        <p:spPr>
          <a:xfrm>
            <a:off x="8604911" y="4886780"/>
            <a:ext cx="2118415" cy="531393"/>
          </a:xfrm>
          <a:prstGeom prst="rect">
            <a:avLst/>
          </a:prstGeom>
        </p:spPr>
        <p:txBody>
          <a:bodyPr anchor="t">
            <a:normAutofit/>
          </a:bodyPr>
          <a:lstStyle>
            <a:lvl1pPr marL="0" indent="0" algn="ctr">
              <a:buNone/>
              <a:defRPr sz="1200" cap="none" spc="100" baseline="0">
                <a:solidFill>
                  <a:schemeClr val="tx1"/>
                </a:solidFill>
                <a:latin typeface="+mn-lt"/>
              </a:defRPr>
            </a:lvl1pPr>
          </a:lstStyle>
          <a:p>
            <a:pPr lvl="0"/>
            <a:r>
              <a:rPr lang="en-US"/>
              <a:t>Add title</a:t>
            </a:r>
          </a:p>
        </p:txBody>
      </p:sp>
      <p:sp>
        <p:nvSpPr>
          <p:cNvPr id="26" name="Rectangle 25">
            <a:extLst>
              <a:ext uri="{FF2B5EF4-FFF2-40B4-BE49-F238E27FC236}">
                <a16:creationId xmlns:a16="http://schemas.microsoft.com/office/drawing/2014/main" id="{90E93D6C-0CD6-42A7-A2D2-C8582F7B353C}"/>
              </a:ext>
            </a:extLst>
          </p:cNvPr>
          <p:cNvSpPr/>
          <p:nvPr userDrawn="1"/>
        </p:nvSpPr>
        <p:spPr>
          <a:xfrm>
            <a:off x="1686323" y="2684612"/>
            <a:ext cx="1722246" cy="1737299"/>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B7D0FDBA-5294-4730-92D6-440AA8DE35AE}"/>
              </a:ext>
            </a:extLst>
          </p:cNvPr>
          <p:cNvSpPr/>
          <p:nvPr userDrawn="1"/>
        </p:nvSpPr>
        <p:spPr>
          <a:xfrm>
            <a:off x="4058547" y="2684612"/>
            <a:ext cx="1722246" cy="1737299"/>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id="{E8E75564-AD04-4406-979E-AC0A8BE2AEFD}"/>
              </a:ext>
            </a:extLst>
          </p:cNvPr>
          <p:cNvSpPr/>
          <p:nvPr userDrawn="1"/>
        </p:nvSpPr>
        <p:spPr>
          <a:xfrm>
            <a:off x="6430771" y="2684612"/>
            <a:ext cx="1722246" cy="1737299"/>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0E7899F8-DBAB-4DCC-857C-94A3CF0FE542}"/>
              </a:ext>
            </a:extLst>
          </p:cNvPr>
          <p:cNvSpPr/>
          <p:nvPr userDrawn="1"/>
        </p:nvSpPr>
        <p:spPr>
          <a:xfrm>
            <a:off x="8802995" y="2684612"/>
            <a:ext cx="1722246" cy="1737299"/>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B41C8F6-B68C-4B34-A1EC-848B6301BE02}"/>
              </a:ext>
            </a:extLst>
          </p:cNvPr>
          <p:cNvSpPr>
            <a:spLocks noGrp="1"/>
          </p:cNvSpPr>
          <p:nvPr>
            <p:ph type="title" hasCustomPrompt="1"/>
          </p:nvPr>
        </p:nvSpPr>
        <p:spPr>
          <a:xfrm>
            <a:off x="2452698" y="1566777"/>
            <a:ext cx="7286604" cy="634323"/>
          </a:xfrm>
        </p:spPr>
        <p:txBody>
          <a:bodyPr anchor="t">
            <a:normAutofit/>
          </a:bodyPr>
          <a:lstStyle>
            <a:lvl1pPr algn="ctr">
              <a:lnSpc>
                <a:spcPct val="125000"/>
              </a:lnSpc>
              <a:defRPr sz="2800"/>
            </a:lvl1pPr>
          </a:lstStyle>
          <a:p>
            <a:r>
              <a:rPr lang="en-US" dirty="0"/>
              <a:t>Click to add title</a:t>
            </a:r>
          </a:p>
        </p:txBody>
      </p:sp>
    </p:spTree>
    <p:extLst>
      <p:ext uri="{BB962C8B-B14F-4D97-AF65-F5344CB8AC3E}">
        <p14:creationId xmlns:p14="http://schemas.microsoft.com/office/powerpoint/2010/main" val="171406022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e Full Team">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6B7C369-B3B1-47DB-AFB5-4A2FA0A0469C}"/>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3" name="Date Placeholder 2">
            <a:extLst>
              <a:ext uri="{FF2B5EF4-FFF2-40B4-BE49-F238E27FC236}">
                <a16:creationId xmlns:a16="http://schemas.microsoft.com/office/drawing/2014/main" id="{26EDB6E9-4285-4C1C-9752-2D43D60780B6}"/>
              </a:ext>
            </a:extLst>
          </p:cNvPr>
          <p:cNvSpPr>
            <a:spLocks noGrp="1"/>
          </p:cNvSpPr>
          <p:nvPr>
            <p:ph type="dt" sz="half" idx="10"/>
          </p:nvPr>
        </p:nvSpPr>
        <p:spPr/>
        <p:txBody>
          <a:bodyPr/>
          <a:lstStyle/>
          <a:p>
            <a:r>
              <a:rPr lang="en-US"/>
              <a:t>8/06/20XX</a:t>
            </a:r>
            <a:endParaRPr lang="en-US" dirty="0"/>
          </a:p>
        </p:txBody>
      </p:sp>
      <p:sp>
        <p:nvSpPr>
          <p:cNvPr id="4" name="Footer Placeholder 3">
            <a:extLst>
              <a:ext uri="{FF2B5EF4-FFF2-40B4-BE49-F238E27FC236}">
                <a16:creationId xmlns:a16="http://schemas.microsoft.com/office/drawing/2014/main" id="{B52EDB06-237E-4E77-B217-FD0E19A41086}"/>
              </a:ext>
            </a:extLst>
          </p:cNvPr>
          <p:cNvSpPr>
            <a:spLocks noGrp="1"/>
          </p:cNvSpPr>
          <p:nvPr>
            <p:ph type="ftr" sz="quarter" idx="11"/>
          </p:nvPr>
        </p:nvSpPr>
        <p:spPr/>
        <p:txBody>
          <a:bodyPr/>
          <a:lstStyle/>
          <a:p>
            <a:r>
              <a:rPr lang="en-US"/>
              <a:t>PITCH DECK</a:t>
            </a:r>
            <a:endParaRPr lang="en-US" dirty="0"/>
          </a:p>
        </p:txBody>
      </p:sp>
      <p:sp>
        <p:nvSpPr>
          <p:cNvPr id="5" name="Slide Number Placeholder 4">
            <a:extLst>
              <a:ext uri="{FF2B5EF4-FFF2-40B4-BE49-F238E27FC236}">
                <a16:creationId xmlns:a16="http://schemas.microsoft.com/office/drawing/2014/main" id="{A0BACDA0-CD42-4B14-A524-FF6FF7E28A6A}"/>
              </a:ext>
            </a:extLst>
          </p:cNvPr>
          <p:cNvSpPr>
            <a:spLocks noGrp="1"/>
          </p:cNvSpPr>
          <p:nvPr>
            <p:ph type="sldNum" sz="quarter" idx="12"/>
          </p:nvPr>
        </p:nvSpPr>
        <p:spPr/>
        <p:txBody>
          <a:bodyPr/>
          <a:lstStyle/>
          <a:p>
            <a:fld id="{A402E4C0-AD5E-4E8C-9F21-7CCE474BDCEB}" type="slidenum">
              <a:rPr lang="en-US" smtClean="0"/>
              <a:pPr/>
              <a:t>‹#›</a:t>
            </a:fld>
            <a:endParaRPr lang="en-US" dirty="0"/>
          </a:p>
        </p:txBody>
      </p:sp>
      <p:sp>
        <p:nvSpPr>
          <p:cNvPr id="11" name="Rectangle 10">
            <a:extLst>
              <a:ext uri="{FF2B5EF4-FFF2-40B4-BE49-F238E27FC236}">
                <a16:creationId xmlns:a16="http://schemas.microsoft.com/office/drawing/2014/main" id="{C8C5DE79-8AB4-425F-A9CB-B17901806732}"/>
              </a:ext>
            </a:extLst>
          </p:cNvPr>
          <p:cNvSpPr/>
          <p:nvPr userDrawn="1"/>
        </p:nvSpPr>
        <p:spPr>
          <a:xfrm>
            <a:off x="739302" y="739302"/>
            <a:ext cx="10713396" cy="5379396"/>
          </a:xfrm>
          <a:prstGeom prst="rect">
            <a:avLst/>
          </a:prstGeom>
          <a:solidFill>
            <a:schemeClr val="bg2">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Text Placeholder 10">
            <a:extLst>
              <a:ext uri="{FF2B5EF4-FFF2-40B4-BE49-F238E27FC236}">
                <a16:creationId xmlns:a16="http://schemas.microsoft.com/office/drawing/2014/main" id="{A8FDD580-B69C-4AF1-9C0C-1CF94ECEB278}"/>
              </a:ext>
            </a:extLst>
          </p:cNvPr>
          <p:cNvSpPr>
            <a:spLocks noGrp="1"/>
          </p:cNvSpPr>
          <p:nvPr>
            <p:ph type="body" sz="quarter" idx="18" hasCustomPrompt="1"/>
          </p:nvPr>
        </p:nvSpPr>
        <p:spPr>
          <a:xfrm>
            <a:off x="1418477" y="5098599"/>
            <a:ext cx="2118414" cy="332113"/>
          </a:xfrm>
          <a:prstGeom prst="rect">
            <a:avLst/>
          </a:prstGeom>
        </p:spPr>
        <p:txBody>
          <a:bodyPr anchor="b">
            <a:normAutofit/>
          </a:bodyPr>
          <a:lstStyle>
            <a:lvl1pPr marL="0" indent="0" algn="ctr">
              <a:buNone/>
              <a:defRPr sz="1400" cap="all" spc="100" baseline="0">
                <a:solidFill>
                  <a:schemeClr val="accent2"/>
                </a:solidFill>
                <a:latin typeface="+mj-lt"/>
              </a:defRPr>
            </a:lvl1pPr>
          </a:lstStyle>
          <a:p>
            <a:pPr lvl="0"/>
            <a:r>
              <a:rPr lang="en-US"/>
              <a:t>Add name</a:t>
            </a:r>
          </a:p>
        </p:txBody>
      </p:sp>
      <p:sp>
        <p:nvSpPr>
          <p:cNvPr id="32" name="Text Placeholder 10">
            <a:extLst>
              <a:ext uri="{FF2B5EF4-FFF2-40B4-BE49-F238E27FC236}">
                <a16:creationId xmlns:a16="http://schemas.microsoft.com/office/drawing/2014/main" id="{7A72E08F-5B05-415B-A503-4CED86D11FE1}"/>
              </a:ext>
            </a:extLst>
          </p:cNvPr>
          <p:cNvSpPr>
            <a:spLocks noGrp="1"/>
          </p:cNvSpPr>
          <p:nvPr>
            <p:ph type="body" sz="quarter" idx="19" hasCustomPrompt="1"/>
          </p:nvPr>
        </p:nvSpPr>
        <p:spPr>
          <a:xfrm>
            <a:off x="1418477" y="5414833"/>
            <a:ext cx="2118414" cy="332113"/>
          </a:xfrm>
          <a:prstGeom prst="rect">
            <a:avLst/>
          </a:prstGeom>
        </p:spPr>
        <p:txBody>
          <a:bodyPr anchor="t">
            <a:normAutofit/>
          </a:bodyPr>
          <a:lstStyle>
            <a:lvl1pPr marL="0" indent="0" algn="ctr">
              <a:buNone/>
              <a:defRPr sz="1200" cap="none" spc="100" baseline="0">
                <a:solidFill>
                  <a:schemeClr val="tx1"/>
                </a:solidFill>
                <a:latin typeface="+mn-lt"/>
              </a:defRPr>
            </a:lvl1pPr>
          </a:lstStyle>
          <a:p>
            <a:pPr lvl="0"/>
            <a:r>
              <a:rPr lang="en-US"/>
              <a:t>Add title</a:t>
            </a:r>
          </a:p>
        </p:txBody>
      </p:sp>
      <p:sp>
        <p:nvSpPr>
          <p:cNvPr id="36" name="Text Placeholder 10">
            <a:extLst>
              <a:ext uri="{FF2B5EF4-FFF2-40B4-BE49-F238E27FC236}">
                <a16:creationId xmlns:a16="http://schemas.microsoft.com/office/drawing/2014/main" id="{02D7BE41-1227-4D94-AC6E-F4D007491740}"/>
              </a:ext>
            </a:extLst>
          </p:cNvPr>
          <p:cNvSpPr>
            <a:spLocks noGrp="1"/>
          </p:cNvSpPr>
          <p:nvPr>
            <p:ph type="body" sz="quarter" idx="23" hasCustomPrompt="1"/>
          </p:nvPr>
        </p:nvSpPr>
        <p:spPr>
          <a:xfrm>
            <a:off x="3839016" y="5098599"/>
            <a:ext cx="2118414" cy="332113"/>
          </a:xfrm>
          <a:prstGeom prst="rect">
            <a:avLst/>
          </a:prstGeom>
        </p:spPr>
        <p:txBody>
          <a:bodyPr anchor="b">
            <a:normAutofit/>
          </a:bodyPr>
          <a:lstStyle>
            <a:lvl1pPr marL="0" indent="0" algn="ctr">
              <a:buNone/>
              <a:defRPr sz="1400" cap="all" spc="100" baseline="0">
                <a:solidFill>
                  <a:schemeClr val="accent2"/>
                </a:solidFill>
                <a:latin typeface="+mj-lt"/>
              </a:defRPr>
            </a:lvl1pPr>
          </a:lstStyle>
          <a:p>
            <a:pPr lvl="0"/>
            <a:r>
              <a:rPr lang="en-US"/>
              <a:t>Add name</a:t>
            </a:r>
          </a:p>
        </p:txBody>
      </p:sp>
      <p:sp>
        <p:nvSpPr>
          <p:cNvPr id="37" name="Text Placeholder 10">
            <a:extLst>
              <a:ext uri="{FF2B5EF4-FFF2-40B4-BE49-F238E27FC236}">
                <a16:creationId xmlns:a16="http://schemas.microsoft.com/office/drawing/2014/main" id="{C7E8138A-A795-4EF2-B1FF-1A36693A3593}"/>
              </a:ext>
            </a:extLst>
          </p:cNvPr>
          <p:cNvSpPr>
            <a:spLocks noGrp="1"/>
          </p:cNvSpPr>
          <p:nvPr>
            <p:ph type="body" sz="quarter" idx="24" hasCustomPrompt="1"/>
          </p:nvPr>
        </p:nvSpPr>
        <p:spPr>
          <a:xfrm>
            <a:off x="3839016" y="5414833"/>
            <a:ext cx="2118414" cy="332113"/>
          </a:xfrm>
          <a:prstGeom prst="rect">
            <a:avLst/>
          </a:prstGeom>
        </p:spPr>
        <p:txBody>
          <a:bodyPr anchor="t">
            <a:normAutofit/>
          </a:bodyPr>
          <a:lstStyle>
            <a:lvl1pPr marL="0" indent="0" algn="ctr">
              <a:buNone/>
              <a:defRPr sz="1200" cap="none" spc="100" baseline="0">
                <a:solidFill>
                  <a:schemeClr val="tx1"/>
                </a:solidFill>
                <a:latin typeface="+mn-lt"/>
              </a:defRPr>
            </a:lvl1pPr>
          </a:lstStyle>
          <a:p>
            <a:pPr lvl="0"/>
            <a:r>
              <a:rPr lang="en-US"/>
              <a:t>Add title</a:t>
            </a:r>
          </a:p>
        </p:txBody>
      </p:sp>
      <p:sp>
        <p:nvSpPr>
          <p:cNvPr id="38" name="Text Placeholder 10">
            <a:extLst>
              <a:ext uri="{FF2B5EF4-FFF2-40B4-BE49-F238E27FC236}">
                <a16:creationId xmlns:a16="http://schemas.microsoft.com/office/drawing/2014/main" id="{77F66B66-F2E4-439A-A7DF-A9A64B0DF7BB}"/>
              </a:ext>
            </a:extLst>
          </p:cNvPr>
          <p:cNvSpPr>
            <a:spLocks noGrp="1"/>
          </p:cNvSpPr>
          <p:nvPr>
            <p:ph type="body" sz="quarter" idx="25" hasCustomPrompt="1"/>
          </p:nvPr>
        </p:nvSpPr>
        <p:spPr>
          <a:xfrm>
            <a:off x="6259555" y="5098599"/>
            <a:ext cx="2118414" cy="332113"/>
          </a:xfrm>
          <a:prstGeom prst="rect">
            <a:avLst/>
          </a:prstGeom>
        </p:spPr>
        <p:txBody>
          <a:bodyPr anchor="b">
            <a:normAutofit/>
          </a:bodyPr>
          <a:lstStyle>
            <a:lvl1pPr marL="0" indent="0" algn="ctr">
              <a:buNone/>
              <a:defRPr sz="1400" cap="all" spc="100" baseline="0">
                <a:solidFill>
                  <a:schemeClr val="accent2"/>
                </a:solidFill>
                <a:latin typeface="+mj-lt"/>
              </a:defRPr>
            </a:lvl1pPr>
          </a:lstStyle>
          <a:p>
            <a:pPr lvl="0"/>
            <a:r>
              <a:rPr lang="en-US"/>
              <a:t>Add name</a:t>
            </a:r>
          </a:p>
        </p:txBody>
      </p:sp>
      <p:sp>
        <p:nvSpPr>
          <p:cNvPr id="39" name="Text Placeholder 10">
            <a:extLst>
              <a:ext uri="{FF2B5EF4-FFF2-40B4-BE49-F238E27FC236}">
                <a16:creationId xmlns:a16="http://schemas.microsoft.com/office/drawing/2014/main" id="{13CDFA66-0739-48E3-97B6-F63F13A0A838}"/>
              </a:ext>
            </a:extLst>
          </p:cNvPr>
          <p:cNvSpPr>
            <a:spLocks noGrp="1"/>
          </p:cNvSpPr>
          <p:nvPr>
            <p:ph type="body" sz="quarter" idx="26" hasCustomPrompt="1"/>
          </p:nvPr>
        </p:nvSpPr>
        <p:spPr>
          <a:xfrm>
            <a:off x="6259555" y="5414833"/>
            <a:ext cx="2118414" cy="332113"/>
          </a:xfrm>
          <a:prstGeom prst="rect">
            <a:avLst/>
          </a:prstGeom>
        </p:spPr>
        <p:txBody>
          <a:bodyPr anchor="t">
            <a:normAutofit/>
          </a:bodyPr>
          <a:lstStyle>
            <a:lvl1pPr marL="0" indent="0" algn="ctr">
              <a:buNone/>
              <a:defRPr sz="1200" cap="none" spc="100" baseline="0">
                <a:solidFill>
                  <a:schemeClr val="tx1"/>
                </a:solidFill>
                <a:latin typeface="+mn-lt"/>
              </a:defRPr>
            </a:lvl1pPr>
          </a:lstStyle>
          <a:p>
            <a:pPr lvl="0"/>
            <a:r>
              <a:rPr lang="en-US"/>
              <a:t>Add title</a:t>
            </a:r>
          </a:p>
        </p:txBody>
      </p:sp>
      <p:sp>
        <p:nvSpPr>
          <p:cNvPr id="40" name="Text Placeholder 10">
            <a:extLst>
              <a:ext uri="{FF2B5EF4-FFF2-40B4-BE49-F238E27FC236}">
                <a16:creationId xmlns:a16="http://schemas.microsoft.com/office/drawing/2014/main" id="{B4EE4B66-F80E-45BB-B2FE-CC11E1FBAF24}"/>
              </a:ext>
            </a:extLst>
          </p:cNvPr>
          <p:cNvSpPr>
            <a:spLocks noGrp="1"/>
          </p:cNvSpPr>
          <p:nvPr>
            <p:ph type="body" sz="quarter" idx="27" hasCustomPrompt="1"/>
          </p:nvPr>
        </p:nvSpPr>
        <p:spPr>
          <a:xfrm>
            <a:off x="8680094" y="5098599"/>
            <a:ext cx="2118415" cy="332113"/>
          </a:xfrm>
          <a:prstGeom prst="rect">
            <a:avLst/>
          </a:prstGeom>
        </p:spPr>
        <p:txBody>
          <a:bodyPr anchor="b">
            <a:normAutofit/>
          </a:bodyPr>
          <a:lstStyle>
            <a:lvl1pPr marL="0" indent="0" algn="ctr">
              <a:buNone/>
              <a:defRPr sz="1400" cap="all" spc="100" baseline="0">
                <a:solidFill>
                  <a:schemeClr val="accent2"/>
                </a:solidFill>
                <a:latin typeface="+mj-lt"/>
              </a:defRPr>
            </a:lvl1pPr>
          </a:lstStyle>
          <a:p>
            <a:pPr lvl="0"/>
            <a:r>
              <a:rPr lang="en-US"/>
              <a:t>Add name</a:t>
            </a:r>
          </a:p>
        </p:txBody>
      </p:sp>
      <p:sp>
        <p:nvSpPr>
          <p:cNvPr id="41" name="Text Placeholder 10">
            <a:extLst>
              <a:ext uri="{FF2B5EF4-FFF2-40B4-BE49-F238E27FC236}">
                <a16:creationId xmlns:a16="http://schemas.microsoft.com/office/drawing/2014/main" id="{51F734C1-F867-4FB6-A239-D99ED9E4C54D}"/>
              </a:ext>
            </a:extLst>
          </p:cNvPr>
          <p:cNvSpPr>
            <a:spLocks noGrp="1"/>
          </p:cNvSpPr>
          <p:nvPr>
            <p:ph type="body" sz="quarter" idx="28" hasCustomPrompt="1"/>
          </p:nvPr>
        </p:nvSpPr>
        <p:spPr>
          <a:xfrm>
            <a:off x="8680094" y="5414833"/>
            <a:ext cx="2118415" cy="332113"/>
          </a:xfrm>
          <a:prstGeom prst="rect">
            <a:avLst/>
          </a:prstGeom>
        </p:spPr>
        <p:txBody>
          <a:bodyPr anchor="t">
            <a:normAutofit/>
          </a:bodyPr>
          <a:lstStyle>
            <a:lvl1pPr marL="0" indent="0" algn="ctr">
              <a:buNone/>
              <a:defRPr sz="1200" cap="none" spc="100" baseline="0">
                <a:solidFill>
                  <a:schemeClr val="tx1"/>
                </a:solidFill>
                <a:latin typeface="+mn-lt"/>
              </a:defRPr>
            </a:lvl1pPr>
          </a:lstStyle>
          <a:p>
            <a:pPr lvl="0"/>
            <a:r>
              <a:rPr lang="en-US"/>
              <a:t>Add title</a:t>
            </a:r>
          </a:p>
        </p:txBody>
      </p:sp>
      <p:sp>
        <p:nvSpPr>
          <p:cNvPr id="62" name="Picture Placeholder 9">
            <a:extLst>
              <a:ext uri="{FF2B5EF4-FFF2-40B4-BE49-F238E27FC236}">
                <a16:creationId xmlns:a16="http://schemas.microsoft.com/office/drawing/2014/main" id="{11E88FD1-69BB-4254-81B8-7B383CE8D2D0}"/>
              </a:ext>
            </a:extLst>
          </p:cNvPr>
          <p:cNvSpPr>
            <a:spLocks noGrp="1"/>
          </p:cNvSpPr>
          <p:nvPr>
            <p:ph type="pic" sz="quarter" idx="29" hasCustomPrompt="1"/>
          </p:nvPr>
        </p:nvSpPr>
        <p:spPr>
          <a:xfrm>
            <a:off x="2002390" y="2327255"/>
            <a:ext cx="950588" cy="685062"/>
          </a:xfrm>
          <a:prstGeom prst="rect">
            <a:avLst/>
          </a:prstGeom>
        </p:spPr>
        <p:txBody>
          <a:bodyPr anchor="ctr">
            <a:normAutofit/>
          </a:bodyPr>
          <a:lstStyle>
            <a:lvl1pPr marL="0" indent="0" algn="ctr">
              <a:buNone/>
              <a:defRPr sz="1200"/>
            </a:lvl1pPr>
          </a:lstStyle>
          <a:p>
            <a:r>
              <a:rPr lang="en-US" dirty="0"/>
              <a:t>Click to add photo</a:t>
            </a:r>
          </a:p>
        </p:txBody>
      </p:sp>
      <p:sp>
        <p:nvSpPr>
          <p:cNvPr id="63" name="Text Placeholder 10">
            <a:extLst>
              <a:ext uri="{FF2B5EF4-FFF2-40B4-BE49-F238E27FC236}">
                <a16:creationId xmlns:a16="http://schemas.microsoft.com/office/drawing/2014/main" id="{E6EBB7F2-ABDB-41F2-8A6B-93196276ABF5}"/>
              </a:ext>
            </a:extLst>
          </p:cNvPr>
          <p:cNvSpPr>
            <a:spLocks noGrp="1"/>
          </p:cNvSpPr>
          <p:nvPr>
            <p:ph type="body" sz="quarter" idx="30" hasCustomPrompt="1"/>
          </p:nvPr>
        </p:nvSpPr>
        <p:spPr>
          <a:xfrm>
            <a:off x="1418477" y="3263610"/>
            <a:ext cx="2118414" cy="332113"/>
          </a:xfrm>
          <a:prstGeom prst="rect">
            <a:avLst/>
          </a:prstGeom>
        </p:spPr>
        <p:txBody>
          <a:bodyPr anchor="b">
            <a:normAutofit/>
          </a:bodyPr>
          <a:lstStyle>
            <a:lvl1pPr marL="0" indent="0" algn="ctr">
              <a:buNone/>
              <a:defRPr sz="1400" cap="all" spc="100" baseline="0">
                <a:solidFill>
                  <a:schemeClr val="accent2"/>
                </a:solidFill>
                <a:latin typeface="+mj-lt"/>
              </a:defRPr>
            </a:lvl1pPr>
          </a:lstStyle>
          <a:p>
            <a:pPr lvl="0"/>
            <a:r>
              <a:rPr lang="en-US"/>
              <a:t>Add name</a:t>
            </a:r>
          </a:p>
        </p:txBody>
      </p:sp>
      <p:sp>
        <p:nvSpPr>
          <p:cNvPr id="64" name="Text Placeholder 10">
            <a:extLst>
              <a:ext uri="{FF2B5EF4-FFF2-40B4-BE49-F238E27FC236}">
                <a16:creationId xmlns:a16="http://schemas.microsoft.com/office/drawing/2014/main" id="{4D66759F-DBAD-46B4-929C-18F2FB541B00}"/>
              </a:ext>
            </a:extLst>
          </p:cNvPr>
          <p:cNvSpPr>
            <a:spLocks noGrp="1"/>
          </p:cNvSpPr>
          <p:nvPr>
            <p:ph type="body" sz="quarter" idx="31" hasCustomPrompt="1"/>
          </p:nvPr>
        </p:nvSpPr>
        <p:spPr>
          <a:xfrm>
            <a:off x="1418477" y="3579845"/>
            <a:ext cx="2118414" cy="390545"/>
          </a:xfrm>
          <a:prstGeom prst="rect">
            <a:avLst/>
          </a:prstGeom>
        </p:spPr>
        <p:txBody>
          <a:bodyPr anchor="t">
            <a:normAutofit/>
          </a:bodyPr>
          <a:lstStyle>
            <a:lvl1pPr marL="0" indent="0" algn="ctr">
              <a:buNone/>
              <a:defRPr sz="1200" cap="none" spc="100" baseline="0">
                <a:solidFill>
                  <a:schemeClr val="tx1"/>
                </a:solidFill>
                <a:latin typeface="+mn-lt"/>
              </a:defRPr>
            </a:lvl1pPr>
          </a:lstStyle>
          <a:p>
            <a:pPr lvl="0"/>
            <a:r>
              <a:rPr lang="en-US"/>
              <a:t>Add title</a:t>
            </a:r>
          </a:p>
        </p:txBody>
      </p:sp>
      <p:sp>
        <p:nvSpPr>
          <p:cNvPr id="68" name="Text Placeholder 10">
            <a:extLst>
              <a:ext uri="{FF2B5EF4-FFF2-40B4-BE49-F238E27FC236}">
                <a16:creationId xmlns:a16="http://schemas.microsoft.com/office/drawing/2014/main" id="{07D90C20-BFF7-4D04-AD95-1861DF74509F}"/>
              </a:ext>
            </a:extLst>
          </p:cNvPr>
          <p:cNvSpPr>
            <a:spLocks noGrp="1"/>
          </p:cNvSpPr>
          <p:nvPr>
            <p:ph type="body" sz="quarter" idx="35" hasCustomPrompt="1"/>
          </p:nvPr>
        </p:nvSpPr>
        <p:spPr>
          <a:xfrm>
            <a:off x="3839016" y="3263610"/>
            <a:ext cx="2118414" cy="332113"/>
          </a:xfrm>
          <a:prstGeom prst="rect">
            <a:avLst/>
          </a:prstGeom>
        </p:spPr>
        <p:txBody>
          <a:bodyPr anchor="b">
            <a:normAutofit/>
          </a:bodyPr>
          <a:lstStyle>
            <a:lvl1pPr marL="0" indent="0" algn="ctr">
              <a:buNone/>
              <a:defRPr sz="1400" cap="all" spc="100" baseline="0">
                <a:solidFill>
                  <a:schemeClr val="accent2"/>
                </a:solidFill>
                <a:latin typeface="+mj-lt"/>
              </a:defRPr>
            </a:lvl1pPr>
          </a:lstStyle>
          <a:p>
            <a:pPr lvl="0"/>
            <a:r>
              <a:rPr lang="en-US"/>
              <a:t>Add name</a:t>
            </a:r>
          </a:p>
        </p:txBody>
      </p:sp>
      <p:sp>
        <p:nvSpPr>
          <p:cNvPr id="69" name="Text Placeholder 10">
            <a:extLst>
              <a:ext uri="{FF2B5EF4-FFF2-40B4-BE49-F238E27FC236}">
                <a16:creationId xmlns:a16="http://schemas.microsoft.com/office/drawing/2014/main" id="{EF54F366-5FD7-4707-A0E3-FAFA53156C29}"/>
              </a:ext>
            </a:extLst>
          </p:cNvPr>
          <p:cNvSpPr>
            <a:spLocks noGrp="1"/>
          </p:cNvSpPr>
          <p:nvPr>
            <p:ph type="body" sz="quarter" idx="36" hasCustomPrompt="1"/>
          </p:nvPr>
        </p:nvSpPr>
        <p:spPr>
          <a:xfrm>
            <a:off x="3839016" y="3579845"/>
            <a:ext cx="2118414" cy="390545"/>
          </a:xfrm>
          <a:prstGeom prst="rect">
            <a:avLst/>
          </a:prstGeom>
        </p:spPr>
        <p:txBody>
          <a:bodyPr anchor="t">
            <a:normAutofit/>
          </a:bodyPr>
          <a:lstStyle>
            <a:lvl1pPr marL="0" indent="0" algn="ctr">
              <a:buNone/>
              <a:defRPr sz="1200" cap="none" spc="100" baseline="0">
                <a:solidFill>
                  <a:schemeClr val="tx1"/>
                </a:solidFill>
                <a:latin typeface="+mn-lt"/>
              </a:defRPr>
            </a:lvl1pPr>
          </a:lstStyle>
          <a:p>
            <a:pPr lvl="0"/>
            <a:r>
              <a:rPr lang="en-US"/>
              <a:t>Add title</a:t>
            </a:r>
          </a:p>
        </p:txBody>
      </p:sp>
      <p:sp>
        <p:nvSpPr>
          <p:cNvPr id="70" name="Text Placeholder 10">
            <a:extLst>
              <a:ext uri="{FF2B5EF4-FFF2-40B4-BE49-F238E27FC236}">
                <a16:creationId xmlns:a16="http://schemas.microsoft.com/office/drawing/2014/main" id="{A51158F4-509A-44E4-A601-2CD7AEDE7380}"/>
              </a:ext>
            </a:extLst>
          </p:cNvPr>
          <p:cNvSpPr>
            <a:spLocks noGrp="1"/>
          </p:cNvSpPr>
          <p:nvPr>
            <p:ph type="body" sz="quarter" idx="37" hasCustomPrompt="1"/>
          </p:nvPr>
        </p:nvSpPr>
        <p:spPr>
          <a:xfrm>
            <a:off x="6259555" y="3263610"/>
            <a:ext cx="2118414" cy="332113"/>
          </a:xfrm>
          <a:prstGeom prst="rect">
            <a:avLst/>
          </a:prstGeom>
        </p:spPr>
        <p:txBody>
          <a:bodyPr anchor="b">
            <a:normAutofit/>
          </a:bodyPr>
          <a:lstStyle>
            <a:lvl1pPr marL="0" indent="0" algn="ctr">
              <a:buNone/>
              <a:defRPr sz="1400" cap="all" spc="100" baseline="0">
                <a:solidFill>
                  <a:schemeClr val="accent2"/>
                </a:solidFill>
                <a:latin typeface="+mj-lt"/>
              </a:defRPr>
            </a:lvl1pPr>
          </a:lstStyle>
          <a:p>
            <a:pPr lvl="0"/>
            <a:r>
              <a:rPr lang="en-US"/>
              <a:t>Add name</a:t>
            </a:r>
          </a:p>
        </p:txBody>
      </p:sp>
      <p:sp>
        <p:nvSpPr>
          <p:cNvPr id="71" name="Text Placeholder 10">
            <a:extLst>
              <a:ext uri="{FF2B5EF4-FFF2-40B4-BE49-F238E27FC236}">
                <a16:creationId xmlns:a16="http://schemas.microsoft.com/office/drawing/2014/main" id="{DA9AC8DA-4C66-4D66-9075-59DC95E2AC33}"/>
              </a:ext>
            </a:extLst>
          </p:cNvPr>
          <p:cNvSpPr>
            <a:spLocks noGrp="1"/>
          </p:cNvSpPr>
          <p:nvPr>
            <p:ph type="body" sz="quarter" idx="38" hasCustomPrompt="1"/>
          </p:nvPr>
        </p:nvSpPr>
        <p:spPr>
          <a:xfrm>
            <a:off x="6259555" y="3579845"/>
            <a:ext cx="2118414" cy="390545"/>
          </a:xfrm>
          <a:prstGeom prst="rect">
            <a:avLst/>
          </a:prstGeom>
        </p:spPr>
        <p:txBody>
          <a:bodyPr anchor="t">
            <a:normAutofit/>
          </a:bodyPr>
          <a:lstStyle>
            <a:lvl1pPr marL="0" indent="0" algn="ctr">
              <a:buNone/>
              <a:defRPr sz="1200" cap="none" spc="100" baseline="0">
                <a:solidFill>
                  <a:schemeClr val="tx1"/>
                </a:solidFill>
                <a:latin typeface="+mn-lt"/>
              </a:defRPr>
            </a:lvl1pPr>
          </a:lstStyle>
          <a:p>
            <a:pPr lvl="0"/>
            <a:r>
              <a:rPr lang="en-US"/>
              <a:t>Add title</a:t>
            </a:r>
          </a:p>
        </p:txBody>
      </p:sp>
      <p:sp>
        <p:nvSpPr>
          <p:cNvPr id="72" name="Text Placeholder 10">
            <a:extLst>
              <a:ext uri="{FF2B5EF4-FFF2-40B4-BE49-F238E27FC236}">
                <a16:creationId xmlns:a16="http://schemas.microsoft.com/office/drawing/2014/main" id="{F3A598D9-D412-4C15-A31C-3A4842B32E1F}"/>
              </a:ext>
            </a:extLst>
          </p:cNvPr>
          <p:cNvSpPr>
            <a:spLocks noGrp="1"/>
          </p:cNvSpPr>
          <p:nvPr>
            <p:ph type="body" sz="quarter" idx="39" hasCustomPrompt="1"/>
          </p:nvPr>
        </p:nvSpPr>
        <p:spPr>
          <a:xfrm>
            <a:off x="8680094" y="3263610"/>
            <a:ext cx="2118415" cy="332113"/>
          </a:xfrm>
          <a:prstGeom prst="rect">
            <a:avLst/>
          </a:prstGeom>
        </p:spPr>
        <p:txBody>
          <a:bodyPr anchor="b">
            <a:normAutofit/>
          </a:bodyPr>
          <a:lstStyle>
            <a:lvl1pPr marL="0" indent="0" algn="ctr">
              <a:buNone/>
              <a:defRPr sz="1400" cap="all" spc="100" baseline="0">
                <a:solidFill>
                  <a:schemeClr val="accent2"/>
                </a:solidFill>
                <a:latin typeface="+mj-lt"/>
              </a:defRPr>
            </a:lvl1pPr>
          </a:lstStyle>
          <a:p>
            <a:pPr lvl="0"/>
            <a:r>
              <a:rPr lang="en-US"/>
              <a:t>Add name</a:t>
            </a:r>
          </a:p>
        </p:txBody>
      </p:sp>
      <p:sp>
        <p:nvSpPr>
          <p:cNvPr id="73" name="Text Placeholder 10">
            <a:extLst>
              <a:ext uri="{FF2B5EF4-FFF2-40B4-BE49-F238E27FC236}">
                <a16:creationId xmlns:a16="http://schemas.microsoft.com/office/drawing/2014/main" id="{14A0A9AD-40F7-4203-917C-8BFBF4FCF2C0}"/>
              </a:ext>
            </a:extLst>
          </p:cNvPr>
          <p:cNvSpPr>
            <a:spLocks noGrp="1"/>
          </p:cNvSpPr>
          <p:nvPr>
            <p:ph type="body" sz="quarter" idx="40" hasCustomPrompt="1"/>
          </p:nvPr>
        </p:nvSpPr>
        <p:spPr>
          <a:xfrm>
            <a:off x="8680094" y="3579845"/>
            <a:ext cx="2118415" cy="390545"/>
          </a:xfrm>
          <a:prstGeom prst="rect">
            <a:avLst/>
          </a:prstGeom>
        </p:spPr>
        <p:txBody>
          <a:bodyPr anchor="t">
            <a:normAutofit/>
          </a:bodyPr>
          <a:lstStyle>
            <a:lvl1pPr marL="0" indent="0" algn="ctr">
              <a:buNone/>
              <a:defRPr sz="1200" cap="none" spc="100" baseline="0">
                <a:solidFill>
                  <a:schemeClr val="tx1"/>
                </a:solidFill>
                <a:latin typeface="+mn-lt"/>
              </a:defRPr>
            </a:lvl1pPr>
          </a:lstStyle>
          <a:p>
            <a:pPr lvl="0"/>
            <a:r>
              <a:rPr lang="en-US"/>
              <a:t>Add title</a:t>
            </a:r>
          </a:p>
        </p:txBody>
      </p:sp>
      <p:sp>
        <p:nvSpPr>
          <p:cNvPr id="74" name="Rectangle 73">
            <a:extLst>
              <a:ext uri="{FF2B5EF4-FFF2-40B4-BE49-F238E27FC236}">
                <a16:creationId xmlns:a16="http://schemas.microsoft.com/office/drawing/2014/main" id="{129E220D-4268-4E0B-B292-D87F92DF6ED3}"/>
              </a:ext>
            </a:extLst>
          </p:cNvPr>
          <p:cNvSpPr/>
          <p:nvPr userDrawn="1"/>
        </p:nvSpPr>
        <p:spPr>
          <a:xfrm>
            <a:off x="1947081" y="2272648"/>
            <a:ext cx="1061206" cy="794276"/>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8" name="Picture Placeholder 9">
            <a:extLst>
              <a:ext uri="{FF2B5EF4-FFF2-40B4-BE49-F238E27FC236}">
                <a16:creationId xmlns:a16="http://schemas.microsoft.com/office/drawing/2014/main" id="{2DB6BDC2-D18B-4AF7-9B33-2FB86D67A64A}"/>
              </a:ext>
            </a:extLst>
          </p:cNvPr>
          <p:cNvSpPr>
            <a:spLocks noGrp="1"/>
          </p:cNvSpPr>
          <p:nvPr>
            <p:ph type="pic" sz="quarter" idx="41" hasCustomPrompt="1"/>
          </p:nvPr>
        </p:nvSpPr>
        <p:spPr>
          <a:xfrm>
            <a:off x="2002390" y="4154796"/>
            <a:ext cx="950588" cy="685062"/>
          </a:xfrm>
          <a:prstGeom prst="rect">
            <a:avLst/>
          </a:prstGeom>
        </p:spPr>
        <p:txBody>
          <a:bodyPr anchor="ctr">
            <a:normAutofit/>
          </a:bodyPr>
          <a:lstStyle>
            <a:lvl1pPr marL="0" indent="0" algn="ctr">
              <a:buNone/>
              <a:defRPr sz="1200"/>
            </a:lvl1pPr>
          </a:lstStyle>
          <a:p>
            <a:r>
              <a:rPr lang="en-US" dirty="0"/>
              <a:t>Click to add photo</a:t>
            </a:r>
          </a:p>
        </p:txBody>
      </p:sp>
      <p:sp>
        <p:nvSpPr>
          <p:cNvPr id="79" name="Rectangle 78">
            <a:extLst>
              <a:ext uri="{FF2B5EF4-FFF2-40B4-BE49-F238E27FC236}">
                <a16:creationId xmlns:a16="http://schemas.microsoft.com/office/drawing/2014/main" id="{CB9D855A-B11D-44DC-BBE1-7BA68BD18E68}"/>
              </a:ext>
            </a:extLst>
          </p:cNvPr>
          <p:cNvSpPr/>
          <p:nvPr userDrawn="1"/>
        </p:nvSpPr>
        <p:spPr>
          <a:xfrm>
            <a:off x="1947081" y="4100189"/>
            <a:ext cx="1061206" cy="794276"/>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Picture Placeholder 9">
            <a:extLst>
              <a:ext uri="{FF2B5EF4-FFF2-40B4-BE49-F238E27FC236}">
                <a16:creationId xmlns:a16="http://schemas.microsoft.com/office/drawing/2014/main" id="{D12B69C6-4468-4017-A141-0864B9065E88}"/>
              </a:ext>
            </a:extLst>
          </p:cNvPr>
          <p:cNvSpPr>
            <a:spLocks noGrp="1"/>
          </p:cNvSpPr>
          <p:nvPr>
            <p:ph type="pic" sz="quarter" idx="42" hasCustomPrompt="1"/>
          </p:nvPr>
        </p:nvSpPr>
        <p:spPr>
          <a:xfrm>
            <a:off x="4422929" y="2319234"/>
            <a:ext cx="950588" cy="685062"/>
          </a:xfrm>
          <a:prstGeom prst="rect">
            <a:avLst/>
          </a:prstGeom>
        </p:spPr>
        <p:txBody>
          <a:bodyPr anchor="ctr">
            <a:normAutofit/>
          </a:bodyPr>
          <a:lstStyle>
            <a:lvl1pPr marL="0" indent="0" algn="ctr">
              <a:buNone/>
              <a:defRPr sz="1200"/>
            </a:lvl1pPr>
          </a:lstStyle>
          <a:p>
            <a:r>
              <a:rPr lang="en-US" dirty="0"/>
              <a:t>Click to add photo</a:t>
            </a:r>
          </a:p>
        </p:txBody>
      </p:sp>
      <p:sp>
        <p:nvSpPr>
          <p:cNvPr id="81" name="Rectangle 80">
            <a:extLst>
              <a:ext uri="{FF2B5EF4-FFF2-40B4-BE49-F238E27FC236}">
                <a16:creationId xmlns:a16="http://schemas.microsoft.com/office/drawing/2014/main" id="{E874C203-B833-4D0D-9674-D25DFA3F9606}"/>
              </a:ext>
            </a:extLst>
          </p:cNvPr>
          <p:cNvSpPr/>
          <p:nvPr userDrawn="1"/>
        </p:nvSpPr>
        <p:spPr>
          <a:xfrm>
            <a:off x="4367620" y="2264627"/>
            <a:ext cx="1061206" cy="794276"/>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2" name="Picture Placeholder 9">
            <a:extLst>
              <a:ext uri="{FF2B5EF4-FFF2-40B4-BE49-F238E27FC236}">
                <a16:creationId xmlns:a16="http://schemas.microsoft.com/office/drawing/2014/main" id="{0B83E94D-7A2E-4F82-9F6F-414BB1EE1F9D}"/>
              </a:ext>
            </a:extLst>
          </p:cNvPr>
          <p:cNvSpPr>
            <a:spLocks noGrp="1"/>
          </p:cNvSpPr>
          <p:nvPr>
            <p:ph type="pic" sz="quarter" idx="43" hasCustomPrompt="1"/>
          </p:nvPr>
        </p:nvSpPr>
        <p:spPr>
          <a:xfrm>
            <a:off x="4422929" y="4146775"/>
            <a:ext cx="950588" cy="685062"/>
          </a:xfrm>
          <a:prstGeom prst="rect">
            <a:avLst/>
          </a:prstGeom>
        </p:spPr>
        <p:txBody>
          <a:bodyPr anchor="ctr">
            <a:normAutofit/>
          </a:bodyPr>
          <a:lstStyle>
            <a:lvl1pPr marL="0" indent="0" algn="ctr">
              <a:buNone/>
              <a:defRPr sz="1200"/>
            </a:lvl1pPr>
          </a:lstStyle>
          <a:p>
            <a:r>
              <a:rPr lang="en-US" dirty="0"/>
              <a:t>Click to add photo</a:t>
            </a:r>
          </a:p>
        </p:txBody>
      </p:sp>
      <p:sp>
        <p:nvSpPr>
          <p:cNvPr id="83" name="Rectangle 82">
            <a:extLst>
              <a:ext uri="{FF2B5EF4-FFF2-40B4-BE49-F238E27FC236}">
                <a16:creationId xmlns:a16="http://schemas.microsoft.com/office/drawing/2014/main" id="{454DE692-CD53-4D36-9E21-EDBFA9779183}"/>
              </a:ext>
            </a:extLst>
          </p:cNvPr>
          <p:cNvSpPr/>
          <p:nvPr userDrawn="1"/>
        </p:nvSpPr>
        <p:spPr>
          <a:xfrm>
            <a:off x="4367620" y="4092168"/>
            <a:ext cx="1061206" cy="794276"/>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4" name="Picture Placeholder 9">
            <a:extLst>
              <a:ext uri="{FF2B5EF4-FFF2-40B4-BE49-F238E27FC236}">
                <a16:creationId xmlns:a16="http://schemas.microsoft.com/office/drawing/2014/main" id="{722A2533-C7FE-4FF8-88EA-CC5A72E587E0}"/>
              </a:ext>
            </a:extLst>
          </p:cNvPr>
          <p:cNvSpPr>
            <a:spLocks noGrp="1"/>
          </p:cNvSpPr>
          <p:nvPr>
            <p:ph type="pic" sz="quarter" idx="44" hasCustomPrompt="1"/>
          </p:nvPr>
        </p:nvSpPr>
        <p:spPr>
          <a:xfrm>
            <a:off x="6843468" y="2323944"/>
            <a:ext cx="950588" cy="685062"/>
          </a:xfrm>
          <a:prstGeom prst="rect">
            <a:avLst/>
          </a:prstGeom>
        </p:spPr>
        <p:txBody>
          <a:bodyPr anchor="ctr">
            <a:normAutofit/>
          </a:bodyPr>
          <a:lstStyle>
            <a:lvl1pPr marL="0" indent="0" algn="ctr">
              <a:buNone/>
              <a:defRPr sz="1200"/>
            </a:lvl1pPr>
          </a:lstStyle>
          <a:p>
            <a:r>
              <a:rPr lang="en-US" dirty="0"/>
              <a:t>Click to add photo</a:t>
            </a:r>
          </a:p>
        </p:txBody>
      </p:sp>
      <p:sp>
        <p:nvSpPr>
          <p:cNvPr id="85" name="Rectangle 84">
            <a:extLst>
              <a:ext uri="{FF2B5EF4-FFF2-40B4-BE49-F238E27FC236}">
                <a16:creationId xmlns:a16="http://schemas.microsoft.com/office/drawing/2014/main" id="{60564730-564F-4992-974D-020B105689EE}"/>
              </a:ext>
            </a:extLst>
          </p:cNvPr>
          <p:cNvSpPr/>
          <p:nvPr userDrawn="1"/>
        </p:nvSpPr>
        <p:spPr>
          <a:xfrm>
            <a:off x="6788159" y="2269337"/>
            <a:ext cx="1061206" cy="794276"/>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6" name="Picture Placeholder 9">
            <a:extLst>
              <a:ext uri="{FF2B5EF4-FFF2-40B4-BE49-F238E27FC236}">
                <a16:creationId xmlns:a16="http://schemas.microsoft.com/office/drawing/2014/main" id="{3FF1C129-85E6-40AA-8026-14C47F0F038C}"/>
              </a:ext>
            </a:extLst>
          </p:cNvPr>
          <p:cNvSpPr>
            <a:spLocks noGrp="1"/>
          </p:cNvSpPr>
          <p:nvPr>
            <p:ph type="pic" sz="quarter" idx="45" hasCustomPrompt="1"/>
          </p:nvPr>
        </p:nvSpPr>
        <p:spPr>
          <a:xfrm>
            <a:off x="6843468" y="4151485"/>
            <a:ext cx="950588" cy="685062"/>
          </a:xfrm>
          <a:prstGeom prst="rect">
            <a:avLst/>
          </a:prstGeom>
        </p:spPr>
        <p:txBody>
          <a:bodyPr anchor="ctr">
            <a:normAutofit/>
          </a:bodyPr>
          <a:lstStyle>
            <a:lvl1pPr marL="0" indent="0" algn="ctr">
              <a:buNone/>
              <a:defRPr sz="1200"/>
            </a:lvl1pPr>
          </a:lstStyle>
          <a:p>
            <a:r>
              <a:rPr lang="en-US" dirty="0"/>
              <a:t>Click to add photo</a:t>
            </a:r>
          </a:p>
        </p:txBody>
      </p:sp>
      <p:sp>
        <p:nvSpPr>
          <p:cNvPr id="87" name="Rectangle 86">
            <a:extLst>
              <a:ext uri="{FF2B5EF4-FFF2-40B4-BE49-F238E27FC236}">
                <a16:creationId xmlns:a16="http://schemas.microsoft.com/office/drawing/2014/main" id="{3E7D63A3-3C58-4F80-B353-C26650B97F55}"/>
              </a:ext>
            </a:extLst>
          </p:cNvPr>
          <p:cNvSpPr/>
          <p:nvPr userDrawn="1"/>
        </p:nvSpPr>
        <p:spPr>
          <a:xfrm>
            <a:off x="6788159" y="4096878"/>
            <a:ext cx="1061206" cy="794276"/>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8" name="Picture Placeholder 9">
            <a:extLst>
              <a:ext uri="{FF2B5EF4-FFF2-40B4-BE49-F238E27FC236}">
                <a16:creationId xmlns:a16="http://schemas.microsoft.com/office/drawing/2014/main" id="{C78943C0-07AD-428D-A010-64CDDC815654}"/>
              </a:ext>
            </a:extLst>
          </p:cNvPr>
          <p:cNvSpPr>
            <a:spLocks noGrp="1"/>
          </p:cNvSpPr>
          <p:nvPr>
            <p:ph type="pic" sz="quarter" idx="46" hasCustomPrompt="1"/>
          </p:nvPr>
        </p:nvSpPr>
        <p:spPr>
          <a:xfrm>
            <a:off x="9264007" y="2315923"/>
            <a:ext cx="950588" cy="685062"/>
          </a:xfrm>
          <a:prstGeom prst="rect">
            <a:avLst/>
          </a:prstGeom>
        </p:spPr>
        <p:txBody>
          <a:bodyPr anchor="ctr">
            <a:normAutofit/>
          </a:bodyPr>
          <a:lstStyle>
            <a:lvl1pPr marL="0" indent="0" algn="ctr">
              <a:buNone/>
              <a:defRPr sz="1200"/>
            </a:lvl1pPr>
          </a:lstStyle>
          <a:p>
            <a:r>
              <a:rPr lang="en-US" dirty="0"/>
              <a:t>Click to add photo</a:t>
            </a:r>
          </a:p>
        </p:txBody>
      </p:sp>
      <p:sp>
        <p:nvSpPr>
          <p:cNvPr id="89" name="Rectangle 88">
            <a:extLst>
              <a:ext uri="{FF2B5EF4-FFF2-40B4-BE49-F238E27FC236}">
                <a16:creationId xmlns:a16="http://schemas.microsoft.com/office/drawing/2014/main" id="{44D0D2B8-EB2F-407A-A7DF-29BF878D0C97}"/>
              </a:ext>
            </a:extLst>
          </p:cNvPr>
          <p:cNvSpPr/>
          <p:nvPr userDrawn="1"/>
        </p:nvSpPr>
        <p:spPr>
          <a:xfrm>
            <a:off x="9208698" y="2261316"/>
            <a:ext cx="1061206" cy="794276"/>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0" name="Picture Placeholder 9">
            <a:extLst>
              <a:ext uri="{FF2B5EF4-FFF2-40B4-BE49-F238E27FC236}">
                <a16:creationId xmlns:a16="http://schemas.microsoft.com/office/drawing/2014/main" id="{9F5D0399-2186-4D0F-B2B6-FB29536013E2}"/>
              </a:ext>
            </a:extLst>
          </p:cNvPr>
          <p:cNvSpPr>
            <a:spLocks noGrp="1"/>
          </p:cNvSpPr>
          <p:nvPr>
            <p:ph type="pic" sz="quarter" idx="47" hasCustomPrompt="1"/>
          </p:nvPr>
        </p:nvSpPr>
        <p:spPr>
          <a:xfrm>
            <a:off x="9264007" y="4143464"/>
            <a:ext cx="950588" cy="685062"/>
          </a:xfrm>
          <a:prstGeom prst="rect">
            <a:avLst/>
          </a:prstGeom>
        </p:spPr>
        <p:txBody>
          <a:bodyPr anchor="ctr">
            <a:normAutofit/>
          </a:bodyPr>
          <a:lstStyle>
            <a:lvl1pPr marL="0" indent="0" algn="ctr">
              <a:buNone/>
              <a:defRPr sz="1200"/>
            </a:lvl1pPr>
          </a:lstStyle>
          <a:p>
            <a:r>
              <a:rPr lang="en-US" dirty="0"/>
              <a:t>Click to add photo</a:t>
            </a:r>
          </a:p>
        </p:txBody>
      </p:sp>
      <p:sp>
        <p:nvSpPr>
          <p:cNvPr id="91" name="Rectangle 90">
            <a:extLst>
              <a:ext uri="{FF2B5EF4-FFF2-40B4-BE49-F238E27FC236}">
                <a16:creationId xmlns:a16="http://schemas.microsoft.com/office/drawing/2014/main" id="{A161A1AC-702C-4209-BE7C-E51F7434B5B5}"/>
              </a:ext>
            </a:extLst>
          </p:cNvPr>
          <p:cNvSpPr/>
          <p:nvPr userDrawn="1"/>
        </p:nvSpPr>
        <p:spPr>
          <a:xfrm>
            <a:off x="9208698" y="4088857"/>
            <a:ext cx="1061206" cy="794276"/>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Title 1">
            <a:extLst>
              <a:ext uri="{FF2B5EF4-FFF2-40B4-BE49-F238E27FC236}">
                <a16:creationId xmlns:a16="http://schemas.microsoft.com/office/drawing/2014/main" id="{8ADA00ED-298B-444A-A7F5-508EDBA56FC5}"/>
              </a:ext>
            </a:extLst>
          </p:cNvPr>
          <p:cNvSpPr>
            <a:spLocks noGrp="1"/>
          </p:cNvSpPr>
          <p:nvPr>
            <p:ph type="title" hasCustomPrompt="1"/>
          </p:nvPr>
        </p:nvSpPr>
        <p:spPr>
          <a:xfrm>
            <a:off x="2452698" y="1187753"/>
            <a:ext cx="7286604" cy="634323"/>
          </a:xfrm>
        </p:spPr>
        <p:txBody>
          <a:bodyPr anchor="t">
            <a:normAutofit/>
          </a:bodyPr>
          <a:lstStyle>
            <a:lvl1pPr algn="ctr">
              <a:lnSpc>
                <a:spcPct val="125000"/>
              </a:lnSpc>
              <a:defRPr sz="2800"/>
            </a:lvl1pPr>
          </a:lstStyle>
          <a:p>
            <a:r>
              <a:rPr lang="en-US" dirty="0"/>
              <a:t>Click to add title</a:t>
            </a:r>
          </a:p>
        </p:txBody>
      </p:sp>
    </p:spTree>
    <p:extLst>
      <p:ext uri="{BB962C8B-B14F-4D97-AF65-F5344CB8AC3E}">
        <p14:creationId xmlns:p14="http://schemas.microsoft.com/office/powerpoint/2010/main" val="19778866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undin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FBC2989-2CED-47FB-8D23-FF60F2561EAD}"/>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3" name="Date Placeholder 2">
            <a:extLst>
              <a:ext uri="{FF2B5EF4-FFF2-40B4-BE49-F238E27FC236}">
                <a16:creationId xmlns:a16="http://schemas.microsoft.com/office/drawing/2014/main" id="{BA429704-4AB7-47AB-8C1F-4C2E4C99A10E}"/>
              </a:ext>
            </a:extLst>
          </p:cNvPr>
          <p:cNvSpPr>
            <a:spLocks noGrp="1"/>
          </p:cNvSpPr>
          <p:nvPr>
            <p:ph type="dt" sz="half" idx="10"/>
          </p:nvPr>
        </p:nvSpPr>
        <p:spPr/>
        <p:txBody>
          <a:bodyPr/>
          <a:lstStyle/>
          <a:p>
            <a:r>
              <a:rPr lang="en-US"/>
              <a:t>8/06/20XX</a:t>
            </a:r>
            <a:endParaRPr lang="en-US" dirty="0"/>
          </a:p>
        </p:txBody>
      </p:sp>
      <p:sp>
        <p:nvSpPr>
          <p:cNvPr id="4" name="Footer Placeholder 3">
            <a:extLst>
              <a:ext uri="{FF2B5EF4-FFF2-40B4-BE49-F238E27FC236}">
                <a16:creationId xmlns:a16="http://schemas.microsoft.com/office/drawing/2014/main" id="{B0348280-3106-454C-9D69-9BD1267B1811}"/>
              </a:ext>
            </a:extLst>
          </p:cNvPr>
          <p:cNvSpPr>
            <a:spLocks noGrp="1"/>
          </p:cNvSpPr>
          <p:nvPr>
            <p:ph type="ftr" sz="quarter" idx="11"/>
          </p:nvPr>
        </p:nvSpPr>
        <p:spPr/>
        <p:txBody>
          <a:bodyPr/>
          <a:lstStyle/>
          <a:p>
            <a:r>
              <a:rPr lang="en-US"/>
              <a:t>PITCH DECK</a:t>
            </a:r>
            <a:endParaRPr lang="en-US" dirty="0"/>
          </a:p>
        </p:txBody>
      </p:sp>
      <p:sp>
        <p:nvSpPr>
          <p:cNvPr id="5" name="Slide Number Placeholder 4">
            <a:extLst>
              <a:ext uri="{FF2B5EF4-FFF2-40B4-BE49-F238E27FC236}">
                <a16:creationId xmlns:a16="http://schemas.microsoft.com/office/drawing/2014/main" id="{09426433-6916-408B-BE80-EB35C693077C}"/>
              </a:ext>
            </a:extLst>
          </p:cNvPr>
          <p:cNvSpPr>
            <a:spLocks noGrp="1"/>
          </p:cNvSpPr>
          <p:nvPr>
            <p:ph type="sldNum" sz="quarter" idx="12"/>
          </p:nvPr>
        </p:nvSpPr>
        <p:spPr/>
        <p:txBody>
          <a:bodyPr/>
          <a:lstStyle/>
          <a:p>
            <a:fld id="{A402E4C0-AD5E-4E8C-9F21-7CCE474BDCEB}" type="slidenum">
              <a:rPr lang="en-US" smtClean="0"/>
              <a:pPr/>
              <a:t>‹#›</a:t>
            </a:fld>
            <a:endParaRPr lang="en-US" dirty="0"/>
          </a:p>
        </p:txBody>
      </p:sp>
      <p:sp>
        <p:nvSpPr>
          <p:cNvPr id="34" name="Rectangle 33">
            <a:extLst>
              <a:ext uri="{FF2B5EF4-FFF2-40B4-BE49-F238E27FC236}">
                <a16:creationId xmlns:a16="http://schemas.microsoft.com/office/drawing/2014/main" id="{137D1BF6-CA32-48D3-B8AE-5D5C621A7EB5}"/>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accent2">
              <a:lumMod val="5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 Placeholder 14">
            <a:extLst>
              <a:ext uri="{FF2B5EF4-FFF2-40B4-BE49-F238E27FC236}">
                <a16:creationId xmlns:a16="http://schemas.microsoft.com/office/drawing/2014/main" id="{F57E488F-AD89-4213-9093-5646DF323A25}"/>
              </a:ext>
            </a:extLst>
          </p:cNvPr>
          <p:cNvSpPr>
            <a:spLocks noGrp="1"/>
          </p:cNvSpPr>
          <p:nvPr>
            <p:ph type="body" sz="quarter" idx="13" hasCustomPrompt="1"/>
          </p:nvPr>
        </p:nvSpPr>
        <p:spPr>
          <a:xfrm>
            <a:off x="900511" y="4114240"/>
            <a:ext cx="2382386" cy="613702"/>
          </a:xfrm>
          <a:prstGeom prst="rect">
            <a:avLst/>
          </a:prstGeom>
        </p:spPr>
        <p:txBody>
          <a:bodyPr anchor="b">
            <a:normAutofit/>
          </a:bodyPr>
          <a:lstStyle>
            <a:lvl1pPr marL="0" indent="0" algn="ctr">
              <a:lnSpc>
                <a:spcPct val="100000"/>
              </a:lnSpc>
              <a:spcBef>
                <a:spcPts val="0"/>
              </a:spcBef>
              <a:spcAft>
                <a:spcPts val="0"/>
              </a:spcAft>
              <a:buNone/>
              <a:defRPr sz="1600" cap="all" spc="200" baseline="0">
                <a:solidFill>
                  <a:schemeClr val="accent4"/>
                </a:solidFill>
                <a:latin typeface="+mj-lt"/>
              </a:defRPr>
            </a:lvl1pPr>
          </a:lstStyle>
          <a:p>
            <a:pPr lvl="0"/>
            <a:r>
              <a:rPr lang="en-US"/>
              <a:t>Click to add title</a:t>
            </a:r>
          </a:p>
        </p:txBody>
      </p:sp>
      <p:sp>
        <p:nvSpPr>
          <p:cNvPr id="20" name="Text Placeholder 14">
            <a:extLst>
              <a:ext uri="{FF2B5EF4-FFF2-40B4-BE49-F238E27FC236}">
                <a16:creationId xmlns:a16="http://schemas.microsoft.com/office/drawing/2014/main" id="{E31C9DEB-43A3-4514-9EB8-2CE147497B96}"/>
              </a:ext>
            </a:extLst>
          </p:cNvPr>
          <p:cNvSpPr>
            <a:spLocks noGrp="1"/>
          </p:cNvSpPr>
          <p:nvPr>
            <p:ph type="body" sz="quarter" idx="15" hasCustomPrompt="1"/>
          </p:nvPr>
        </p:nvSpPr>
        <p:spPr>
          <a:xfrm>
            <a:off x="900511" y="4733168"/>
            <a:ext cx="2382386" cy="857935"/>
          </a:xfrm>
          <a:prstGeom prst="rect">
            <a:avLst/>
          </a:prstGeom>
        </p:spPr>
        <p:txBody>
          <a:bodyPr>
            <a:normAutofit/>
          </a:bodyPr>
          <a:lstStyle>
            <a:lvl1pPr marL="0" indent="0" algn="ctr">
              <a:lnSpc>
                <a:spcPct val="125000"/>
              </a:lnSpc>
              <a:spcBef>
                <a:spcPts val="0"/>
              </a:spcBef>
              <a:buNone/>
              <a:defRPr sz="1400" cap="none" spc="100" baseline="0">
                <a:solidFill>
                  <a:schemeClr val="bg1"/>
                </a:solidFill>
                <a:latin typeface="+mn-lt"/>
              </a:defRPr>
            </a:lvl1pPr>
          </a:lstStyle>
          <a:p>
            <a:pPr lvl="0"/>
            <a:r>
              <a:rPr lang="en-US"/>
              <a:t>Click to add text</a:t>
            </a:r>
          </a:p>
        </p:txBody>
      </p:sp>
      <p:sp>
        <p:nvSpPr>
          <p:cNvPr id="21" name="Text Placeholder 14">
            <a:extLst>
              <a:ext uri="{FF2B5EF4-FFF2-40B4-BE49-F238E27FC236}">
                <a16:creationId xmlns:a16="http://schemas.microsoft.com/office/drawing/2014/main" id="{254EC399-E62D-401A-936C-2B26F8265F17}"/>
              </a:ext>
            </a:extLst>
          </p:cNvPr>
          <p:cNvSpPr>
            <a:spLocks noGrp="1"/>
          </p:cNvSpPr>
          <p:nvPr>
            <p:ph type="body" sz="quarter" idx="16" hasCustomPrompt="1"/>
          </p:nvPr>
        </p:nvSpPr>
        <p:spPr>
          <a:xfrm>
            <a:off x="3584039" y="4114240"/>
            <a:ext cx="2382386" cy="613702"/>
          </a:xfrm>
          <a:prstGeom prst="rect">
            <a:avLst/>
          </a:prstGeom>
        </p:spPr>
        <p:txBody>
          <a:bodyPr anchor="b">
            <a:normAutofit/>
          </a:bodyPr>
          <a:lstStyle>
            <a:lvl1pPr marL="0" indent="0" algn="ctr">
              <a:lnSpc>
                <a:spcPct val="100000"/>
              </a:lnSpc>
              <a:spcBef>
                <a:spcPts val="0"/>
              </a:spcBef>
              <a:spcAft>
                <a:spcPts val="0"/>
              </a:spcAft>
              <a:buNone/>
              <a:defRPr sz="1600" cap="all" spc="200" baseline="0">
                <a:solidFill>
                  <a:schemeClr val="accent3">
                    <a:lumMod val="60000"/>
                    <a:lumOff val="40000"/>
                  </a:schemeClr>
                </a:solidFill>
                <a:latin typeface="+mj-lt"/>
              </a:defRPr>
            </a:lvl1pPr>
          </a:lstStyle>
          <a:p>
            <a:pPr lvl="0"/>
            <a:r>
              <a:rPr lang="en-US"/>
              <a:t>Click to add title</a:t>
            </a:r>
          </a:p>
        </p:txBody>
      </p:sp>
      <p:sp>
        <p:nvSpPr>
          <p:cNvPr id="22" name="Text Placeholder 14">
            <a:extLst>
              <a:ext uri="{FF2B5EF4-FFF2-40B4-BE49-F238E27FC236}">
                <a16:creationId xmlns:a16="http://schemas.microsoft.com/office/drawing/2014/main" id="{4F49DC18-7C09-4FFC-98BF-DC17FCE6223B}"/>
              </a:ext>
            </a:extLst>
          </p:cNvPr>
          <p:cNvSpPr>
            <a:spLocks noGrp="1"/>
          </p:cNvSpPr>
          <p:nvPr>
            <p:ph type="body" sz="quarter" idx="17" hasCustomPrompt="1"/>
          </p:nvPr>
        </p:nvSpPr>
        <p:spPr>
          <a:xfrm>
            <a:off x="3584039" y="4733168"/>
            <a:ext cx="2382386" cy="857935"/>
          </a:xfrm>
          <a:prstGeom prst="rect">
            <a:avLst/>
          </a:prstGeom>
        </p:spPr>
        <p:txBody>
          <a:bodyPr>
            <a:normAutofit/>
          </a:bodyPr>
          <a:lstStyle>
            <a:lvl1pPr marL="0" indent="0" algn="ctr">
              <a:lnSpc>
                <a:spcPct val="125000"/>
              </a:lnSpc>
              <a:spcBef>
                <a:spcPts val="0"/>
              </a:spcBef>
              <a:buNone/>
              <a:defRPr sz="1400" cap="none" spc="100" baseline="0">
                <a:solidFill>
                  <a:schemeClr val="bg1"/>
                </a:solidFill>
                <a:latin typeface="+mn-lt"/>
              </a:defRPr>
            </a:lvl1pPr>
          </a:lstStyle>
          <a:p>
            <a:pPr lvl="0"/>
            <a:r>
              <a:rPr lang="en-US"/>
              <a:t>Click to add text</a:t>
            </a:r>
          </a:p>
        </p:txBody>
      </p:sp>
      <p:sp>
        <p:nvSpPr>
          <p:cNvPr id="23" name="Text Placeholder 14">
            <a:extLst>
              <a:ext uri="{FF2B5EF4-FFF2-40B4-BE49-F238E27FC236}">
                <a16:creationId xmlns:a16="http://schemas.microsoft.com/office/drawing/2014/main" id="{9D21F281-5009-4E28-B34E-218C36B33ABD}"/>
              </a:ext>
            </a:extLst>
          </p:cNvPr>
          <p:cNvSpPr>
            <a:spLocks noGrp="1"/>
          </p:cNvSpPr>
          <p:nvPr>
            <p:ph type="body" sz="quarter" idx="18" hasCustomPrompt="1"/>
          </p:nvPr>
        </p:nvSpPr>
        <p:spPr>
          <a:xfrm>
            <a:off x="6267567" y="4114240"/>
            <a:ext cx="2382386" cy="613702"/>
          </a:xfrm>
          <a:prstGeom prst="rect">
            <a:avLst/>
          </a:prstGeom>
        </p:spPr>
        <p:txBody>
          <a:bodyPr anchor="b">
            <a:normAutofit/>
          </a:bodyPr>
          <a:lstStyle>
            <a:lvl1pPr marL="0" indent="0" algn="ctr">
              <a:lnSpc>
                <a:spcPct val="100000"/>
              </a:lnSpc>
              <a:spcBef>
                <a:spcPts val="0"/>
              </a:spcBef>
              <a:spcAft>
                <a:spcPts val="0"/>
              </a:spcAft>
              <a:buNone/>
              <a:defRPr sz="1600" cap="all" spc="200" baseline="0">
                <a:solidFill>
                  <a:schemeClr val="accent5"/>
                </a:solidFill>
                <a:latin typeface="+mj-lt"/>
              </a:defRPr>
            </a:lvl1pPr>
          </a:lstStyle>
          <a:p>
            <a:pPr lvl="0"/>
            <a:r>
              <a:rPr lang="en-US"/>
              <a:t>Click to add title</a:t>
            </a:r>
          </a:p>
        </p:txBody>
      </p:sp>
      <p:sp>
        <p:nvSpPr>
          <p:cNvPr id="24" name="Text Placeholder 14">
            <a:extLst>
              <a:ext uri="{FF2B5EF4-FFF2-40B4-BE49-F238E27FC236}">
                <a16:creationId xmlns:a16="http://schemas.microsoft.com/office/drawing/2014/main" id="{75C2A3FB-F206-4ED3-A8BF-712D66D52D29}"/>
              </a:ext>
            </a:extLst>
          </p:cNvPr>
          <p:cNvSpPr>
            <a:spLocks noGrp="1"/>
          </p:cNvSpPr>
          <p:nvPr>
            <p:ph type="body" sz="quarter" idx="19" hasCustomPrompt="1"/>
          </p:nvPr>
        </p:nvSpPr>
        <p:spPr>
          <a:xfrm>
            <a:off x="6267567" y="4733168"/>
            <a:ext cx="2382386" cy="857935"/>
          </a:xfrm>
          <a:prstGeom prst="rect">
            <a:avLst/>
          </a:prstGeom>
        </p:spPr>
        <p:txBody>
          <a:bodyPr>
            <a:normAutofit/>
          </a:bodyPr>
          <a:lstStyle>
            <a:lvl1pPr marL="0" indent="0" algn="ctr">
              <a:lnSpc>
                <a:spcPct val="125000"/>
              </a:lnSpc>
              <a:spcBef>
                <a:spcPts val="0"/>
              </a:spcBef>
              <a:buNone/>
              <a:defRPr sz="1400" cap="none" spc="100" baseline="0">
                <a:solidFill>
                  <a:schemeClr val="bg1"/>
                </a:solidFill>
                <a:latin typeface="+mn-lt"/>
              </a:defRPr>
            </a:lvl1pPr>
          </a:lstStyle>
          <a:p>
            <a:pPr lvl="0"/>
            <a:r>
              <a:rPr lang="en-US"/>
              <a:t>Click to add text</a:t>
            </a:r>
          </a:p>
        </p:txBody>
      </p:sp>
      <p:sp>
        <p:nvSpPr>
          <p:cNvPr id="25" name="Text Placeholder 14">
            <a:extLst>
              <a:ext uri="{FF2B5EF4-FFF2-40B4-BE49-F238E27FC236}">
                <a16:creationId xmlns:a16="http://schemas.microsoft.com/office/drawing/2014/main" id="{433D1544-1248-444D-B0AC-C5B22E1D2638}"/>
              </a:ext>
            </a:extLst>
          </p:cNvPr>
          <p:cNvSpPr>
            <a:spLocks noGrp="1"/>
          </p:cNvSpPr>
          <p:nvPr>
            <p:ph type="body" sz="quarter" idx="20" hasCustomPrompt="1"/>
          </p:nvPr>
        </p:nvSpPr>
        <p:spPr>
          <a:xfrm>
            <a:off x="8951094" y="4114240"/>
            <a:ext cx="2382386" cy="613702"/>
          </a:xfrm>
          <a:prstGeom prst="rect">
            <a:avLst/>
          </a:prstGeom>
        </p:spPr>
        <p:txBody>
          <a:bodyPr anchor="b">
            <a:normAutofit/>
          </a:bodyPr>
          <a:lstStyle>
            <a:lvl1pPr marL="0" indent="0" algn="ctr">
              <a:lnSpc>
                <a:spcPct val="100000"/>
              </a:lnSpc>
              <a:spcBef>
                <a:spcPts val="0"/>
              </a:spcBef>
              <a:spcAft>
                <a:spcPts val="0"/>
              </a:spcAft>
              <a:buNone/>
              <a:defRPr sz="1600" cap="all" spc="200" baseline="0">
                <a:solidFill>
                  <a:schemeClr val="accent2">
                    <a:lumMod val="20000"/>
                    <a:lumOff val="80000"/>
                  </a:schemeClr>
                </a:solidFill>
                <a:latin typeface="+mj-lt"/>
              </a:defRPr>
            </a:lvl1pPr>
          </a:lstStyle>
          <a:p>
            <a:pPr lvl="0"/>
            <a:r>
              <a:rPr lang="en-US"/>
              <a:t>Click to add title</a:t>
            </a:r>
          </a:p>
        </p:txBody>
      </p:sp>
      <p:sp>
        <p:nvSpPr>
          <p:cNvPr id="26" name="Text Placeholder 14">
            <a:extLst>
              <a:ext uri="{FF2B5EF4-FFF2-40B4-BE49-F238E27FC236}">
                <a16:creationId xmlns:a16="http://schemas.microsoft.com/office/drawing/2014/main" id="{9F4FDF38-0969-49B5-BE15-AB7D41B68D28}"/>
              </a:ext>
            </a:extLst>
          </p:cNvPr>
          <p:cNvSpPr>
            <a:spLocks noGrp="1"/>
          </p:cNvSpPr>
          <p:nvPr>
            <p:ph type="body" sz="quarter" idx="21" hasCustomPrompt="1"/>
          </p:nvPr>
        </p:nvSpPr>
        <p:spPr>
          <a:xfrm>
            <a:off x="8951094" y="4733168"/>
            <a:ext cx="2382386" cy="857935"/>
          </a:xfrm>
          <a:prstGeom prst="rect">
            <a:avLst/>
          </a:prstGeom>
        </p:spPr>
        <p:txBody>
          <a:bodyPr>
            <a:normAutofit/>
          </a:bodyPr>
          <a:lstStyle>
            <a:lvl1pPr marL="0" indent="0" algn="ctr">
              <a:lnSpc>
                <a:spcPct val="125000"/>
              </a:lnSpc>
              <a:spcBef>
                <a:spcPts val="0"/>
              </a:spcBef>
              <a:buNone/>
              <a:defRPr sz="1400" cap="none" spc="100" baseline="0">
                <a:solidFill>
                  <a:schemeClr val="bg1"/>
                </a:solidFill>
                <a:latin typeface="+mn-lt"/>
              </a:defRPr>
            </a:lvl1pPr>
          </a:lstStyle>
          <a:p>
            <a:pPr lvl="0"/>
            <a:r>
              <a:rPr lang="en-US"/>
              <a:t>Click to add text</a:t>
            </a:r>
          </a:p>
        </p:txBody>
      </p:sp>
      <p:sp>
        <p:nvSpPr>
          <p:cNvPr id="27" name="Text Placeholder 10">
            <a:extLst>
              <a:ext uri="{FF2B5EF4-FFF2-40B4-BE49-F238E27FC236}">
                <a16:creationId xmlns:a16="http://schemas.microsoft.com/office/drawing/2014/main" id="{A749E3E6-EB0F-4108-9196-2A2DDD63E220}"/>
              </a:ext>
            </a:extLst>
          </p:cNvPr>
          <p:cNvSpPr>
            <a:spLocks noGrp="1"/>
          </p:cNvSpPr>
          <p:nvPr>
            <p:ph type="body" sz="quarter" idx="22" hasCustomPrompt="1"/>
          </p:nvPr>
        </p:nvSpPr>
        <p:spPr>
          <a:xfrm>
            <a:off x="1285758" y="2399173"/>
            <a:ext cx="1611892" cy="1151632"/>
          </a:xfrm>
          <a:prstGeom prst="rect">
            <a:avLst/>
          </a:prstGeom>
        </p:spPr>
        <p:txBody>
          <a:bodyPr anchor="ctr"/>
          <a:lstStyle>
            <a:lvl1pPr marL="0" indent="0" algn="ctr">
              <a:lnSpc>
                <a:spcPct val="80000"/>
              </a:lnSpc>
              <a:spcBef>
                <a:spcPts val="1000"/>
              </a:spcBef>
              <a:spcAft>
                <a:spcPts val="0"/>
              </a:spcAft>
              <a:buNone/>
              <a:defRPr sz="2800" cap="all" spc="100" baseline="0">
                <a:solidFill>
                  <a:schemeClr val="accent4"/>
                </a:solidFill>
                <a:latin typeface="+mj-lt"/>
              </a:defRPr>
            </a:lvl1pPr>
          </a:lstStyle>
          <a:p>
            <a:pPr lvl="0"/>
            <a:r>
              <a:rPr lang="en-US"/>
              <a:t>Add title</a:t>
            </a:r>
          </a:p>
        </p:txBody>
      </p:sp>
      <p:sp>
        <p:nvSpPr>
          <p:cNvPr id="28" name="Text Placeholder 10">
            <a:extLst>
              <a:ext uri="{FF2B5EF4-FFF2-40B4-BE49-F238E27FC236}">
                <a16:creationId xmlns:a16="http://schemas.microsoft.com/office/drawing/2014/main" id="{CA8E4A5D-4A2C-4FCA-9886-11A6692866A6}"/>
              </a:ext>
            </a:extLst>
          </p:cNvPr>
          <p:cNvSpPr>
            <a:spLocks noGrp="1"/>
          </p:cNvSpPr>
          <p:nvPr>
            <p:ph type="body" sz="quarter" idx="23" hasCustomPrompt="1"/>
          </p:nvPr>
        </p:nvSpPr>
        <p:spPr>
          <a:xfrm>
            <a:off x="6652814" y="2399173"/>
            <a:ext cx="1611892" cy="1151632"/>
          </a:xfrm>
          <a:prstGeom prst="rect">
            <a:avLst/>
          </a:prstGeom>
        </p:spPr>
        <p:txBody>
          <a:bodyPr anchor="ctr"/>
          <a:lstStyle>
            <a:lvl1pPr marL="0" indent="0" algn="ctr">
              <a:lnSpc>
                <a:spcPct val="80000"/>
              </a:lnSpc>
              <a:spcBef>
                <a:spcPts val="1000"/>
              </a:spcBef>
              <a:buNone/>
              <a:defRPr sz="2800" cap="all" spc="100" baseline="0">
                <a:solidFill>
                  <a:schemeClr val="accent5"/>
                </a:solidFill>
                <a:latin typeface="+mj-lt"/>
              </a:defRPr>
            </a:lvl1pPr>
          </a:lstStyle>
          <a:p>
            <a:pPr lvl="0"/>
            <a:r>
              <a:rPr lang="en-US"/>
              <a:t>Add title</a:t>
            </a:r>
          </a:p>
        </p:txBody>
      </p:sp>
      <p:sp>
        <p:nvSpPr>
          <p:cNvPr id="29" name="Text Placeholder 10">
            <a:extLst>
              <a:ext uri="{FF2B5EF4-FFF2-40B4-BE49-F238E27FC236}">
                <a16:creationId xmlns:a16="http://schemas.microsoft.com/office/drawing/2014/main" id="{D12F1290-6B4C-49B8-BC26-3B433534C3F7}"/>
              </a:ext>
            </a:extLst>
          </p:cNvPr>
          <p:cNvSpPr>
            <a:spLocks noGrp="1"/>
          </p:cNvSpPr>
          <p:nvPr>
            <p:ph type="body" sz="quarter" idx="24" hasCustomPrompt="1"/>
          </p:nvPr>
        </p:nvSpPr>
        <p:spPr>
          <a:xfrm>
            <a:off x="9336341" y="2399173"/>
            <a:ext cx="1611892" cy="1151632"/>
          </a:xfrm>
          <a:prstGeom prst="rect">
            <a:avLst/>
          </a:prstGeom>
        </p:spPr>
        <p:txBody>
          <a:bodyPr anchor="ctr"/>
          <a:lstStyle>
            <a:lvl1pPr marL="0" indent="0" algn="ctr">
              <a:lnSpc>
                <a:spcPct val="80000"/>
              </a:lnSpc>
              <a:spcBef>
                <a:spcPts val="1000"/>
              </a:spcBef>
              <a:buNone/>
              <a:defRPr sz="2800" cap="all" spc="100" baseline="0">
                <a:solidFill>
                  <a:schemeClr val="accent2">
                    <a:lumMod val="20000"/>
                    <a:lumOff val="80000"/>
                  </a:schemeClr>
                </a:solidFill>
                <a:latin typeface="+mj-lt"/>
              </a:defRPr>
            </a:lvl1pPr>
          </a:lstStyle>
          <a:p>
            <a:pPr lvl="0"/>
            <a:r>
              <a:rPr lang="en-US"/>
              <a:t>Add title</a:t>
            </a:r>
          </a:p>
        </p:txBody>
      </p:sp>
      <p:sp>
        <p:nvSpPr>
          <p:cNvPr id="30" name="Text Placeholder 10">
            <a:extLst>
              <a:ext uri="{FF2B5EF4-FFF2-40B4-BE49-F238E27FC236}">
                <a16:creationId xmlns:a16="http://schemas.microsoft.com/office/drawing/2014/main" id="{0E60E704-AD01-4048-8D70-3F4CA25DA632}"/>
              </a:ext>
            </a:extLst>
          </p:cNvPr>
          <p:cNvSpPr>
            <a:spLocks noGrp="1"/>
          </p:cNvSpPr>
          <p:nvPr>
            <p:ph type="body" sz="quarter" idx="25" hasCustomPrompt="1"/>
          </p:nvPr>
        </p:nvSpPr>
        <p:spPr>
          <a:xfrm>
            <a:off x="3969286" y="2399173"/>
            <a:ext cx="1611892" cy="1151632"/>
          </a:xfrm>
          <a:prstGeom prst="rect">
            <a:avLst/>
          </a:prstGeom>
        </p:spPr>
        <p:txBody>
          <a:bodyPr anchor="ctr"/>
          <a:lstStyle>
            <a:lvl1pPr marL="0" indent="0" algn="ctr">
              <a:lnSpc>
                <a:spcPct val="80000"/>
              </a:lnSpc>
              <a:spcBef>
                <a:spcPts val="1000"/>
              </a:spcBef>
              <a:buNone/>
              <a:defRPr sz="2800" cap="all" spc="100" baseline="0">
                <a:solidFill>
                  <a:schemeClr val="accent3">
                    <a:lumMod val="60000"/>
                    <a:lumOff val="40000"/>
                  </a:schemeClr>
                </a:solidFill>
                <a:latin typeface="+mj-lt"/>
              </a:defRPr>
            </a:lvl1pPr>
          </a:lstStyle>
          <a:p>
            <a:pPr lvl="0"/>
            <a:r>
              <a:rPr lang="en-US"/>
              <a:t>Add title</a:t>
            </a:r>
          </a:p>
        </p:txBody>
      </p:sp>
      <p:sp>
        <p:nvSpPr>
          <p:cNvPr id="31" name="Title 1">
            <a:extLst>
              <a:ext uri="{FF2B5EF4-FFF2-40B4-BE49-F238E27FC236}">
                <a16:creationId xmlns:a16="http://schemas.microsoft.com/office/drawing/2014/main" id="{4CB251EF-EB2B-4D32-A321-FEC37EAB8D87}"/>
              </a:ext>
            </a:extLst>
          </p:cNvPr>
          <p:cNvSpPr>
            <a:spLocks noGrp="1"/>
          </p:cNvSpPr>
          <p:nvPr>
            <p:ph type="title" hasCustomPrompt="1"/>
          </p:nvPr>
        </p:nvSpPr>
        <p:spPr>
          <a:xfrm>
            <a:off x="793750" y="715939"/>
            <a:ext cx="4864608" cy="365760"/>
          </a:xfrm>
        </p:spPr>
        <p:txBody>
          <a:bodyPr anchor="t">
            <a:noAutofit/>
          </a:bodyPr>
          <a:lstStyle>
            <a:lvl1pPr>
              <a:defRPr sz="2800">
                <a:ln w="19050">
                  <a:solidFill>
                    <a:schemeClr val="bg1"/>
                  </a:solidFill>
                </a:ln>
              </a:defRPr>
            </a:lvl1pPr>
          </a:lstStyle>
          <a:p>
            <a:r>
              <a:rPr lang="en-US" dirty="0"/>
              <a:t>Click to add title</a:t>
            </a:r>
          </a:p>
        </p:txBody>
      </p:sp>
    </p:spTree>
    <p:extLst>
      <p:ext uri="{BB962C8B-B14F-4D97-AF65-F5344CB8AC3E}">
        <p14:creationId xmlns:p14="http://schemas.microsoft.com/office/powerpoint/2010/main" val="377917327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6" name="Picture Placeholder 7">
            <a:extLst>
              <a:ext uri="{FF2B5EF4-FFF2-40B4-BE49-F238E27FC236}">
                <a16:creationId xmlns:a16="http://schemas.microsoft.com/office/drawing/2014/main" id="{D2CF4D42-6C74-47FD-8195-943D55ADA87D}"/>
              </a:ext>
            </a:extLst>
          </p:cNvPr>
          <p:cNvSpPr>
            <a:spLocks noGrp="1"/>
          </p:cNvSpPr>
          <p:nvPr>
            <p:ph type="pic" sz="quarter" idx="13" hasCustomPrompt="1"/>
          </p:nvPr>
        </p:nvSpPr>
        <p:spPr>
          <a:xfrm>
            <a:off x="0" y="0"/>
            <a:ext cx="12192000" cy="6858000"/>
          </a:xfrm>
        </p:spPr>
        <p:txBody>
          <a:bodyPr/>
          <a:lstStyle>
            <a:lvl1pPr marL="0" indent="0" algn="ctr">
              <a:buNone/>
              <a:defRPr>
                <a:solidFill>
                  <a:schemeClr val="tx1"/>
                </a:solidFill>
              </a:defRPr>
            </a:lvl1pPr>
          </a:lstStyle>
          <a:p>
            <a:r>
              <a:rPr lang="en-US" dirty="0"/>
              <a:t>Click to add photo</a:t>
            </a:r>
          </a:p>
        </p:txBody>
      </p:sp>
      <p:sp>
        <p:nvSpPr>
          <p:cNvPr id="3" name="Date Placeholder 2">
            <a:extLst>
              <a:ext uri="{FF2B5EF4-FFF2-40B4-BE49-F238E27FC236}">
                <a16:creationId xmlns:a16="http://schemas.microsoft.com/office/drawing/2014/main" id="{59275658-2C01-4217-AE99-DF0FDFFE43C5}"/>
              </a:ext>
            </a:extLst>
          </p:cNvPr>
          <p:cNvSpPr>
            <a:spLocks noGrp="1"/>
          </p:cNvSpPr>
          <p:nvPr>
            <p:ph type="dt" sz="half" idx="10"/>
          </p:nvPr>
        </p:nvSpPr>
        <p:spPr/>
        <p:txBody>
          <a:bodyPr/>
          <a:lstStyle/>
          <a:p>
            <a:r>
              <a:rPr lang="en-US"/>
              <a:t>8/06/20XX</a:t>
            </a:r>
            <a:endParaRPr lang="en-US" dirty="0"/>
          </a:p>
        </p:txBody>
      </p:sp>
      <p:sp>
        <p:nvSpPr>
          <p:cNvPr id="4" name="Footer Placeholder 3">
            <a:extLst>
              <a:ext uri="{FF2B5EF4-FFF2-40B4-BE49-F238E27FC236}">
                <a16:creationId xmlns:a16="http://schemas.microsoft.com/office/drawing/2014/main" id="{3F913D93-CECF-4647-8DC2-8F7DD04E742B}"/>
              </a:ext>
            </a:extLst>
          </p:cNvPr>
          <p:cNvSpPr>
            <a:spLocks noGrp="1"/>
          </p:cNvSpPr>
          <p:nvPr>
            <p:ph type="ftr" sz="quarter" idx="11"/>
          </p:nvPr>
        </p:nvSpPr>
        <p:spPr/>
        <p:txBody>
          <a:bodyPr/>
          <a:lstStyle/>
          <a:p>
            <a:r>
              <a:rPr lang="en-US"/>
              <a:t>PITCH DECK</a:t>
            </a:r>
            <a:endParaRPr lang="en-US" dirty="0"/>
          </a:p>
        </p:txBody>
      </p:sp>
      <p:sp>
        <p:nvSpPr>
          <p:cNvPr id="5" name="Slide Number Placeholder 4">
            <a:extLst>
              <a:ext uri="{FF2B5EF4-FFF2-40B4-BE49-F238E27FC236}">
                <a16:creationId xmlns:a16="http://schemas.microsoft.com/office/drawing/2014/main" id="{03C60507-1EAA-4632-9D67-1BD599F4F549}"/>
              </a:ext>
            </a:extLst>
          </p:cNvPr>
          <p:cNvSpPr>
            <a:spLocks noGrp="1"/>
          </p:cNvSpPr>
          <p:nvPr>
            <p:ph type="sldNum" sz="quarter" idx="12"/>
          </p:nvPr>
        </p:nvSpPr>
        <p:spPr/>
        <p:txBody>
          <a:bodyPr/>
          <a:lstStyle/>
          <a:p>
            <a:fld id="{A402E4C0-AD5E-4E8C-9F21-7CCE474BDCEB}" type="slidenum">
              <a:rPr lang="en-US" smtClean="0"/>
              <a:pPr/>
              <a:t>‹#›</a:t>
            </a:fld>
            <a:endParaRPr lang="en-US" dirty="0"/>
          </a:p>
        </p:txBody>
      </p:sp>
      <p:sp>
        <p:nvSpPr>
          <p:cNvPr id="11" name="Title 1">
            <a:extLst>
              <a:ext uri="{FF2B5EF4-FFF2-40B4-BE49-F238E27FC236}">
                <a16:creationId xmlns:a16="http://schemas.microsoft.com/office/drawing/2014/main" id="{2754639B-AD71-425C-BF07-356C0F14C96B}"/>
              </a:ext>
            </a:extLst>
          </p:cNvPr>
          <p:cNvSpPr>
            <a:spLocks noGrp="1"/>
          </p:cNvSpPr>
          <p:nvPr>
            <p:ph type="title" hasCustomPrompt="1"/>
          </p:nvPr>
        </p:nvSpPr>
        <p:spPr>
          <a:xfrm>
            <a:off x="0" y="1353381"/>
            <a:ext cx="5622878" cy="4151236"/>
          </a:xfrm>
          <a:solidFill>
            <a:schemeClr val="accent3">
              <a:alpha val="90000"/>
            </a:schemeClr>
          </a:solidFill>
        </p:spPr>
        <p:txBody>
          <a:bodyPr vert="horz" lIns="649224" tIns="749808" rIns="91440" bIns="45720" rtlCol="0" anchor="t">
            <a:noAutofit/>
          </a:bodyPr>
          <a:lstStyle>
            <a:lvl1pPr>
              <a:defRPr lang="en-US" sz="2800">
                <a:ln w="19050">
                  <a:solidFill>
                    <a:schemeClr val="bg1"/>
                  </a:solidFill>
                </a:ln>
                <a:ea typeface="+mn-ea"/>
                <a:cs typeface="+mn-cs"/>
              </a:defRPr>
            </a:lvl1pPr>
          </a:lstStyle>
          <a:p>
            <a:pPr marL="0" lvl="0" indent="0">
              <a:spcBef>
                <a:spcPts val="0"/>
              </a:spcBef>
              <a:buFont typeface="Arial" panose="020B0604020202020204" pitchFamily="34" charset="0"/>
            </a:pPr>
            <a:r>
              <a:rPr lang="en-US" dirty="0"/>
              <a:t>Click to add title</a:t>
            </a:r>
          </a:p>
        </p:txBody>
      </p:sp>
      <p:sp>
        <p:nvSpPr>
          <p:cNvPr id="8" name="Text Placeholder 17">
            <a:extLst>
              <a:ext uri="{FF2B5EF4-FFF2-40B4-BE49-F238E27FC236}">
                <a16:creationId xmlns:a16="http://schemas.microsoft.com/office/drawing/2014/main" id="{64CF3C46-90B8-467D-9D50-086B9135701F}"/>
              </a:ext>
            </a:extLst>
          </p:cNvPr>
          <p:cNvSpPr>
            <a:spLocks noGrp="1"/>
          </p:cNvSpPr>
          <p:nvPr>
            <p:ph type="body" sz="quarter" idx="15" hasCustomPrompt="1"/>
          </p:nvPr>
        </p:nvSpPr>
        <p:spPr>
          <a:xfrm>
            <a:off x="577993" y="2689071"/>
            <a:ext cx="4567209" cy="2212496"/>
          </a:xfrm>
        </p:spPr>
        <p:txBody>
          <a:bodyPr>
            <a:noAutofit/>
          </a:bodyPr>
          <a:lstStyle>
            <a:lvl1pPr marL="0" indent="0" algn="l">
              <a:lnSpc>
                <a:spcPct val="125000"/>
              </a:lnSpc>
              <a:buNone/>
              <a:defRPr sz="1400" spc="100" baseline="0">
                <a:solidFill>
                  <a:schemeClr val="bg1"/>
                </a:solidFill>
              </a:defRPr>
            </a:lvl1pPr>
          </a:lstStyle>
          <a:p>
            <a:pPr lvl="0"/>
            <a:r>
              <a:rPr lang="en-US" dirty="0"/>
              <a:t>Click to add text</a:t>
            </a:r>
          </a:p>
        </p:txBody>
      </p:sp>
    </p:spTree>
    <p:extLst>
      <p:ext uri="{BB962C8B-B14F-4D97-AF65-F5344CB8AC3E}">
        <p14:creationId xmlns:p14="http://schemas.microsoft.com/office/powerpoint/2010/main" val="217180302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6" name="Picture Placeholder 7">
            <a:extLst>
              <a:ext uri="{FF2B5EF4-FFF2-40B4-BE49-F238E27FC236}">
                <a16:creationId xmlns:a16="http://schemas.microsoft.com/office/drawing/2014/main" id="{10B86B2D-56E1-4FB2-8CC9-DBC6C0B6EB09}"/>
              </a:ext>
            </a:extLst>
          </p:cNvPr>
          <p:cNvSpPr>
            <a:spLocks noGrp="1"/>
          </p:cNvSpPr>
          <p:nvPr>
            <p:ph type="pic" sz="quarter" idx="13" hasCustomPrompt="1"/>
          </p:nvPr>
        </p:nvSpPr>
        <p:spPr>
          <a:xfrm flipH="1">
            <a:off x="0" y="0"/>
            <a:ext cx="8153400" cy="6858000"/>
          </a:xfrm>
        </p:spPr>
        <p:txBody>
          <a:bodyPr/>
          <a:lstStyle>
            <a:lvl1pPr marL="0" indent="0" algn="ctr">
              <a:buNone/>
              <a:defRPr>
                <a:solidFill>
                  <a:schemeClr val="bg1"/>
                </a:solidFill>
              </a:defRPr>
            </a:lvl1pPr>
          </a:lstStyle>
          <a:p>
            <a:r>
              <a:rPr lang="en-US" dirty="0"/>
              <a:t>Click to add photo</a:t>
            </a:r>
          </a:p>
        </p:txBody>
      </p:sp>
      <p:sp>
        <p:nvSpPr>
          <p:cNvPr id="8" name="Text Placeholder 17">
            <a:extLst>
              <a:ext uri="{FF2B5EF4-FFF2-40B4-BE49-F238E27FC236}">
                <a16:creationId xmlns:a16="http://schemas.microsoft.com/office/drawing/2014/main" id="{1D70C38F-1ABB-4C86-972A-E388226700C8}"/>
              </a:ext>
            </a:extLst>
          </p:cNvPr>
          <p:cNvSpPr>
            <a:spLocks noGrp="1"/>
          </p:cNvSpPr>
          <p:nvPr>
            <p:ph type="body" sz="quarter" idx="15" hasCustomPrompt="1"/>
          </p:nvPr>
        </p:nvSpPr>
        <p:spPr>
          <a:xfrm>
            <a:off x="7465112" y="2326705"/>
            <a:ext cx="4114592" cy="2212496"/>
          </a:xfrm>
        </p:spPr>
        <p:txBody>
          <a:bodyPr>
            <a:noAutofit/>
          </a:bodyPr>
          <a:lstStyle>
            <a:lvl1pPr marL="0" indent="0" algn="l">
              <a:lnSpc>
                <a:spcPct val="125000"/>
              </a:lnSpc>
              <a:buNone/>
              <a:defRPr sz="1400" spc="100" baseline="0">
                <a:solidFill>
                  <a:schemeClr val="bg1"/>
                </a:solidFill>
              </a:defRPr>
            </a:lvl1pPr>
          </a:lstStyle>
          <a:p>
            <a:pPr lvl="0"/>
            <a:r>
              <a:rPr lang="en-US"/>
              <a:t>Click to add text</a:t>
            </a:r>
          </a:p>
        </p:txBody>
      </p:sp>
      <p:sp>
        <p:nvSpPr>
          <p:cNvPr id="3" name="Date Placeholder 2">
            <a:extLst>
              <a:ext uri="{FF2B5EF4-FFF2-40B4-BE49-F238E27FC236}">
                <a16:creationId xmlns:a16="http://schemas.microsoft.com/office/drawing/2014/main" id="{319B0AE4-4C17-4975-A59C-4D9EFE584062}"/>
              </a:ext>
            </a:extLst>
          </p:cNvPr>
          <p:cNvSpPr>
            <a:spLocks noGrp="1"/>
          </p:cNvSpPr>
          <p:nvPr>
            <p:ph type="dt" sz="half" idx="10"/>
          </p:nvPr>
        </p:nvSpPr>
        <p:spPr/>
        <p:txBody>
          <a:bodyPr/>
          <a:lstStyle/>
          <a:p>
            <a:r>
              <a:rPr lang="en-US"/>
              <a:t>8/06/20XX</a:t>
            </a:r>
            <a:endParaRPr lang="en-US" dirty="0"/>
          </a:p>
        </p:txBody>
      </p:sp>
      <p:sp>
        <p:nvSpPr>
          <p:cNvPr id="4" name="Footer Placeholder 3">
            <a:extLst>
              <a:ext uri="{FF2B5EF4-FFF2-40B4-BE49-F238E27FC236}">
                <a16:creationId xmlns:a16="http://schemas.microsoft.com/office/drawing/2014/main" id="{D5FC9023-3371-40C0-A618-BF8AA20FFE56}"/>
              </a:ext>
            </a:extLst>
          </p:cNvPr>
          <p:cNvSpPr>
            <a:spLocks noGrp="1"/>
          </p:cNvSpPr>
          <p:nvPr>
            <p:ph type="ftr" sz="quarter" idx="11"/>
          </p:nvPr>
        </p:nvSpPr>
        <p:spPr/>
        <p:txBody>
          <a:bodyPr/>
          <a:lstStyle/>
          <a:p>
            <a:r>
              <a:rPr lang="en-US"/>
              <a:t>PITCH DECK</a:t>
            </a:r>
            <a:endParaRPr lang="en-US" dirty="0"/>
          </a:p>
        </p:txBody>
      </p:sp>
      <p:sp>
        <p:nvSpPr>
          <p:cNvPr id="5" name="Slide Number Placeholder 4">
            <a:extLst>
              <a:ext uri="{FF2B5EF4-FFF2-40B4-BE49-F238E27FC236}">
                <a16:creationId xmlns:a16="http://schemas.microsoft.com/office/drawing/2014/main" id="{C8221E28-544B-4D00-A151-341F3D7EC99A}"/>
              </a:ext>
            </a:extLst>
          </p:cNvPr>
          <p:cNvSpPr>
            <a:spLocks noGrp="1"/>
          </p:cNvSpPr>
          <p:nvPr>
            <p:ph type="sldNum" sz="quarter" idx="12"/>
          </p:nvPr>
        </p:nvSpPr>
        <p:spPr/>
        <p:txBody>
          <a:bodyPr/>
          <a:lstStyle/>
          <a:p>
            <a:fld id="{A402E4C0-AD5E-4E8C-9F21-7CCE474BDCEB}" type="slidenum">
              <a:rPr lang="en-US" smtClean="0"/>
              <a:pPr/>
              <a:t>‹#›</a:t>
            </a:fld>
            <a:endParaRPr lang="en-US" dirty="0"/>
          </a:p>
        </p:txBody>
      </p:sp>
      <p:sp>
        <p:nvSpPr>
          <p:cNvPr id="2" name="Title 1">
            <a:extLst>
              <a:ext uri="{FF2B5EF4-FFF2-40B4-BE49-F238E27FC236}">
                <a16:creationId xmlns:a16="http://schemas.microsoft.com/office/drawing/2014/main" id="{0E907CF0-318A-401D-9F77-B63C65D2968E}"/>
              </a:ext>
            </a:extLst>
          </p:cNvPr>
          <p:cNvSpPr>
            <a:spLocks noGrp="1"/>
          </p:cNvSpPr>
          <p:nvPr>
            <p:ph type="title" hasCustomPrompt="1"/>
          </p:nvPr>
        </p:nvSpPr>
        <p:spPr>
          <a:xfrm>
            <a:off x="7452360" y="1728566"/>
            <a:ext cx="4127344" cy="724702"/>
          </a:xfrm>
        </p:spPr>
        <p:txBody>
          <a:bodyPr anchor="t">
            <a:noAutofit/>
          </a:bodyPr>
          <a:lstStyle>
            <a:lvl1pPr>
              <a:defRPr sz="2800">
                <a:ln w="19050">
                  <a:solidFill>
                    <a:schemeClr val="bg1"/>
                  </a:solidFill>
                </a:ln>
              </a:defRPr>
            </a:lvl1pPr>
          </a:lstStyle>
          <a:p>
            <a:r>
              <a:rPr lang="en-US" dirty="0"/>
              <a:t>Click to add title</a:t>
            </a:r>
          </a:p>
        </p:txBody>
      </p:sp>
    </p:spTree>
    <p:extLst>
      <p:ext uri="{BB962C8B-B14F-4D97-AF65-F5344CB8AC3E}">
        <p14:creationId xmlns:p14="http://schemas.microsoft.com/office/powerpoint/2010/main" val="219880348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930B4CC-1CD5-414E-92CD-721B331F6F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2A47427-FA4C-4262-9C2A-A640B569D45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FE89D4-4BDC-4CC9-959B-0D2E0BEB89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000" cap="all" spc="100" baseline="0">
                <a:solidFill>
                  <a:schemeClr val="bg1">
                    <a:lumMod val="95000"/>
                  </a:schemeClr>
                </a:solidFill>
                <a:latin typeface="Posterama" panose="020B0504020200020000" pitchFamily="34" charset="0"/>
                <a:cs typeface="Posterama" panose="020B0504020200020000" pitchFamily="34" charset="0"/>
              </a:defRPr>
            </a:lvl1pPr>
          </a:lstStyle>
          <a:p>
            <a:r>
              <a:rPr lang="en-US"/>
              <a:t>8/06/20XX</a:t>
            </a:r>
            <a:endParaRPr lang="en-US" dirty="0"/>
          </a:p>
        </p:txBody>
      </p:sp>
      <p:sp>
        <p:nvSpPr>
          <p:cNvPr id="5" name="Footer Placeholder 4">
            <a:extLst>
              <a:ext uri="{FF2B5EF4-FFF2-40B4-BE49-F238E27FC236}">
                <a16:creationId xmlns:a16="http://schemas.microsoft.com/office/drawing/2014/main" id="{FE1285D2-5742-46C4-A6B1-B07CC6823A3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cap="all" spc="100" baseline="0">
                <a:solidFill>
                  <a:schemeClr val="bg1">
                    <a:lumMod val="95000"/>
                  </a:schemeClr>
                </a:solidFill>
                <a:latin typeface="Posterama" panose="020B0504020200020000" pitchFamily="34" charset="0"/>
                <a:cs typeface="Posterama" panose="020B0504020200020000" pitchFamily="34" charset="0"/>
              </a:defRPr>
            </a:lvl1pPr>
          </a:lstStyle>
          <a:p>
            <a:r>
              <a:rPr lang="en-US"/>
              <a:t>PITCH DECK</a:t>
            </a:r>
            <a:endParaRPr lang="en-US" dirty="0"/>
          </a:p>
        </p:txBody>
      </p:sp>
      <p:sp>
        <p:nvSpPr>
          <p:cNvPr id="6" name="Slide Number Placeholder 5">
            <a:extLst>
              <a:ext uri="{FF2B5EF4-FFF2-40B4-BE49-F238E27FC236}">
                <a16:creationId xmlns:a16="http://schemas.microsoft.com/office/drawing/2014/main" id="{03D7CF20-6E1A-4F87-A039-3C59B25DA42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000" cap="all" spc="100" baseline="0">
                <a:solidFill>
                  <a:schemeClr val="bg1">
                    <a:lumMod val="95000"/>
                  </a:schemeClr>
                </a:solidFill>
                <a:latin typeface="Posterama" panose="020B0504020200020000" pitchFamily="34" charset="0"/>
                <a:cs typeface="Posterama" panose="020B0504020200020000" pitchFamily="34" charset="0"/>
              </a:defRPr>
            </a:lvl1pPr>
          </a:lstStyle>
          <a:p>
            <a:fld id="{A402E4C0-AD5E-4E8C-9F21-7CCE474BDCEB}" type="slidenum">
              <a:rPr lang="en-US" smtClean="0"/>
              <a:pPr/>
              <a:t>‹#›</a:t>
            </a:fld>
            <a:endParaRPr lang="en-US" dirty="0"/>
          </a:p>
        </p:txBody>
      </p:sp>
    </p:spTree>
    <p:extLst>
      <p:ext uri="{BB962C8B-B14F-4D97-AF65-F5344CB8AC3E}">
        <p14:creationId xmlns:p14="http://schemas.microsoft.com/office/powerpoint/2010/main" val="36348220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 id="2147483663" r:id="rId14"/>
    <p:sldLayoutId id="2147483664" r:id="rId15"/>
    <p:sldLayoutId id="2147483665" r:id="rId16"/>
    <p:sldLayoutId id="2147483666" r:id="rId17"/>
    <p:sldLayoutId id="2147483667" r:id="rId18"/>
    <p:sldLayoutId id="2147483668" r:id="rId19"/>
    <p:sldLayoutId id="2147483669" r:id="rId20"/>
    <p:sldLayoutId id="2147483670" r:id="rId21"/>
  </p:sldLayoutIdLst>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hf hdr="0"/>
  <p:txStyles>
    <p:titleStyle>
      <a:lvl1pPr algn="l" defTabSz="914400" rtl="0" eaLnBrk="1" latinLnBrk="0" hangingPunct="1">
        <a:lnSpc>
          <a:spcPct val="80000"/>
        </a:lnSpc>
        <a:spcBef>
          <a:spcPct val="0"/>
        </a:spcBef>
        <a:buNone/>
        <a:defRPr sz="4400" kern="1200" cap="all" spc="400" baseline="0">
          <a:ln w="19050">
            <a:solidFill>
              <a:schemeClr val="accent2"/>
            </a:solidFill>
          </a:ln>
          <a:no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xml"/><Relationship Id="rId1" Type="http://schemas.openxmlformats.org/officeDocument/2006/relationships/slideLayout" Target="../slideLayouts/slideLayout16.xml"/><Relationship Id="rId5" Type="http://schemas.microsoft.com/office/2007/relationships/hdphoto" Target="../media/hdphoto1.wdp"/><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4.jp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16.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Picture Placeholder 76">
            <a:extLst>
              <a:ext uri="{FF2B5EF4-FFF2-40B4-BE49-F238E27FC236}">
                <a16:creationId xmlns:a16="http://schemas.microsoft.com/office/drawing/2014/main" id="{2F849723-3772-4844-AB3A-EF3DFAF34B83}"/>
              </a:ext>
            </a:extLst>
          </p:cNvPr>
          <p:cNvPicPr>
            <a:picLocks noGrp="1" noChangeAspect="1"/>
          </p:cNvPicPr>
          <p:nvPr>
            <p:ph type="pic" sz="quarter" idx="13"/>
          </p:nvPr>
        </p:nvPicPr>
        <p:blipFill>
          <a:blip r:embed="rId2"/>
          <a:srcRect l="20551" r="11887" b="-1"/>
          <a:stretch>
            <a:fillRect/>
          </a:stretch>
        </p:blipFill>
        <p:spPr>
          <a:xfrm flipH="1">
            <a:off x="752100" y="739303"/>
            <a:ext cx="6825035" cy="5379395"/>
          </a:xfrm>
          <a:noFill/>
          <a:effectLst>
            <a:softEdge rad="1270000"/>
          </a:effectLst>
        </p:spPr>
      </p:pic>
      <p:sp>
        <p:nvSpPr>
          <p:cNvPr id="22" name="Title 21">
            <a:extLst>
              <a:ext uri="{FF2B5EF4-FFF2-40B4-BE49-F238E27FC236}">
                <a16:creationId xmlns:a16="http://schemas.microsoft.com/office/drawing/2014/main" id="{115C523A-AC40-4CBA-9DF4-B287ED32185D}"/>
              </a:ext>
            </a:extLst>
          </p:cNvPr>
          <p:cNvSpPr>
            <a:spLocks noGrp="1"/>
          </p:cNvSpPr>
          <p:nvPr>
            <p:ph type="title"/>
          </p:nvPr>
        </p:nvSpPr>
        <p:spPr>
          <a:xfrm>
            <a:off x="6322979" y="2074261"/>
            <a:ext cx="5869021" cy="2003898"/>
          </a:xfrm>
          <a:solidFill>
            <a:srgbClr val="A5007A">
              <a:alpha val="50000"/>
            </a:srgbClr>
          </a:solidFill>
          <a:effectLst>
            <a:softEdge rad="254000"/>
          </a:effectLst>
        </p:spPr>
        <p:txBody>
          <a:bodyPr/>
          <a:lstStyle/>
          <a:p>
            <a:r>
              <a:rPr lang="en-US" dirty="0">
                <a:ln w="19050">
                  <a:solidFill>
                    <a:srgbClr val="A5007A"/>
                  </a:solidFill>
                </a:ln>
                <a:solidFill>
                  <a:srgbClr val="F9C2FB"/>
                </a:solidFill>
              </a:rPr>
              <a:t>Node.js</a:t>
            </a:r>
          </a:p>
        </p:txBody>
      </p:sp>
      <p:sp>
        <p:nvSpPr>
          <p:cNvPr id="17" name="Text Placeholder 16">
            <a:extLst>
              <a:ext uri="{FF2B5EF4-FFF2-40B4-BE49-F238E27FC236}">
                <a16:creationId xmlns:a16="http://schemas.microsoft.com/office/drawing/2014/main" id="{75B1C734-42CB-4311-8905-2F41D09107C7}"/>
              </a:ext>
            </a:extLst>
          </p:cNvPr>
          <p:cNvSpPr>
            <a:spLocks noGrp="1"/>
          </p:cNvSpPr>
          <p:nvPr>
            <p:ph type="body" sz="quarter" idx="15"/>
          </p:nvPr>
        </p:nvSpPr>
        <p:spPr>
          <a:xfrm>
            <a:off x="6794895" y="3259377"/>
            <a:ext cx="4925188" cy="553672"/>
          </a:xfrm>
        </p:spPr>
        <p:txBody>
          <a:bodyPr>
            <a:normAutofit fontScale="85000" lnSpcReduction="20000"/>
          </a:bodyPr>
          <a:lstStyle/>
          <a:p>
            <a:r>
              <a:rPr lang="en-US" sz="1700" dirty="0">
                <a:solidFill>
                  <a:srgbClr val="F9C2FB"/>
                </a:solidFill>
              </a:rPr>
              <a:t>Isabelle Lynch</a:t>
            </a:r>
          </a:p>
          <a:p>
            <a:r>
              <a:rPr lang="en-US" sz="1700" dirty="0">
                <a:solidFill>
                  <a:srgbClr val="F9C2FB"/>
                </a:solidFill>
              </a:rPr>
              <a:t>10/11/2025</a:t>
            </a:r>
          </a:p>
        </p:txBody>
      </p:sp>
    </p:spTree>
    <p:extLst>
      <p:ext uri="{BB962C8B-B14F-4D97-AF65-F5344CB8AC3E}">
        <p14:creationId xmlns:p14="http://schemas.microsoft.com/office/powerpoint/2010/main" val="188383617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9803E-B88A-CFB8-C88F-84DE52DBA06B}"/>
            </a:ext>
          </a:extLst>
        </p:cNvPr>
        <p:cNvGrpSpPr/>
        <p:nvPr/>
      </p:nvGrpSpPr>
      <p:grpSpPr>
        <a:xfrm>
          <a:off x="0" y="0"/>
          <a:ext cx="0" cy="0"/>
          <a:chOff x="0" y="0"/>
          <a:chExt cx="0" cy="0"/>
        </a:xfrm>
      </p:grpSpPr>
      <p:pic>
        <p:nvPicPr>
          <p:cNvPr id="77" name="Picture Placeholder 76">
            <a:extLst>
              <a:ext uri="{FF2B5EF4-FFF2-40B4-BE49-F238E27FC236}">
                <a16:creationId xmlns:a16="http://schemas.microsoft.com/office/drawing/2014/main" id="{5ABB58B9-827D-2D5B-4F3D-8835B71BD4C0}"/>
              </a:ext>
            </a:extLst>
          </p:cNvPr>
          <p:cNvPicPr>
            <a:picLocks noGrp="1" noChangeAspect="1"/>
          </p:cNvPicPr>
          <p:nvPr>
            <p:ph type="pic" sz="quarter" idx="13"/>
          </p:nvPr>
        </p:nvPicPr>
        <p:blipFill>
          <a:blip r:embed="rId3"/>
          <a:srcRect l="20551" r="11887" b="-1"/>
          <a:stretch>
            <a:fillRect/>
          </a:stretch>
        </p:blipFill>
        <p:spPr>
          <a:xfrm flipH="1">
            <a:off x="5869021" y="739302"/>
            <a:ext cx="6825035" cy="5379395"/>
          </a:xfrm>
          <a:noFill/>
          <a:effectLst>
            <a:softEdge rad="1270000"/>
          </a:effectLst>
        </p:spPr>
      </p:pic>
      <p:sp>
        <p:nvSpPr>
          <p:cNvPr id="22" name="Title 21">
            <a:extLst>
              <a:ext uri="{FF2B5EF4-FFF2-40B4-BE49-F238E27FC236}">
                <a16:creationId xmlns:a16="http://schemas.microsoft.com/office/drawing/2014/main" id="{7B5254B0-0D75-F8DD-153C-F179D82317F0}"/>
              </a:ext>
            </a:extLst>
          </p:cNvPr>
          <p:cNvSpPr>
            <a:spLocks noGrp="1"/>
          </p:cNvSpPr>
          <p:nvPr>
            <p:ph type="title"/>
          </p:nvPr>
        </p:nvSpPr>
        <p:spPr>
          <a:xfrm>
            <a:off x="0" y="1348033"/>
            <a:ext cx="7729979" cy="4299721"/>
          </a:xfrm>
          <a:solidFill>
            <a:srgbClr val="A5007A"/>
          </a:solidFill>
          <a:effectLst>
            <a:softEdge rad="254000"/>
          </a:effectLst>
        </p:spPr>
        <p:txBody>
          <a:bodyPr/>
          <a:lstStyle/>
          <a:p>
            <a:r>
              <a:rPr lang="en-US" sz="3200" dirty="0">
                <a:ln w="19050">
                  <a:solidFill>
                    <a:srgbClr val="F9C2FB"/>
                  </a:solidFill>
                </a:ln>
              </a:rPr>
              <a:t>What is JavaScript?</a:t>
            </a:r>
          </a:p>
        </p:txBody>
      </p:sp>
      <p:sp>
        <p:nvSpPr>
          <p:cNvPr id="17" name="Text Placeholder 16">
            <a:extLst>
              <a:ext uri="{FF2B5EF4-FFF2-40B4-BE49-F238E27FC236}">
                <a16:creationId xmlns:a16="http://schemas.microsoft.com/office/drawing/2014/main" id="{1D74A116-558C-82D9-EBC7-DCC7AE865F1D}"/>
              </a:ext>
            </a:extLst>
          </p:cNvPr>
          <p:cNvSpPr>
            <a:spLocks noGrp="1"/>
          </p:cNvSpPr>
          <p:nvPr>
            <p:ph type="body" sz="quarter" idx="15"/>
          </p:nvPr>
        </p:nvSpPr>
        <p:spPr>
          <a:xfrm>
            <a:off x="675051" y="2421341"/>
            <a:ext cx="6357978" cy="2621885"/>
          </a:xfrm>
        </p:spPr>
        <p:txBody>
          <a:bodyPr>
            <a:normAutofit/>
          </a:bodyPr>
          <a:lstStyle/>
          <a:p>
            <a:r>
              <a:rPr lang="en-US" sz="1800" dirty="0">
                <a:solidFill>
                  <a:srgbClr val="F9C2FB"/>
                </a:solidFill>
                <a:latin typeface="Bierstadt" panose="020B0004020202020204" pitchFamily="34" charset="0"/>
              </a:rPr>
              <a:t>A scripting language</a:t>
            </a:r>
          </a:p>
          <a:p>
            <a:r>
              <a:rPr lang="en-US" sz="1800" dirty="0">
                <a:solidFill>
                  <a:srgbClr val="F9C2FB"/>
                </a:solidFill>
                <a:latin typeface="Bierstadt" panose="020B0004020202020204" pitchFamily="34" charset="0"/>
              </a:rPr>
              <a:t>Designed to enhance interactivity and functionality on web pages</a:t>
            </a:r>
          </a:p>
          <a:p>
            <a:r>
              <a:rPr lang="en-US" sz="1800" dirty="0">
                <a:solidFill>
                  <a:srgbClr val="F9C2FB"/>
                </a:solidFill>
                <a:latin typeface="Bierstadt" panose="020B0004020202020204" pitchFamily="34" charset="0"/>
              </a:rPr>
              <a:t>Enables developers to control multimedia, create dynamically updating content, animate images and much more</a:t>
            </a:r>
          </a:p>
          <a:p>
            <a:r>
              <a:rPr lang="en-US" sz="1800" dirty="0">
                <a:solidFill>
                  <a:srgbClr val="F9C2FB"/>
                </a:solidFill>
                <a:latin typeface="Bierstadt" panose="020B0004020202020204" pitchFamily="34" charset="0"/>
              </a:rPr>
              <a:t>JavaScript code is often packaged into libraries, which can be grouped into larger structures called frameworks</a:t>
            </a:r>
          </a:p>
        </p:txBody>
      </p:sp>
      <p:pic>
        <p:nvPicPr>
          <p:cNvPr id="2" name="Picture 1">
            <a:extLst>
              <a:ext uri="{FF2B5EF4-FFF2-40B4-BE49-F238E27FC236}">
                <a16:creationId xmlns:a16="http://schemas.microsoft.com/office/drawing/2014/main" id="{CD6AC8DC-25BF-AA1A-A799-A029B6C8612B}"/>
              </a:ext>
            </a:extLst>
          </p:cNvPr>
          <p:cNvPicPr>
            <a:picLocks noChangeAspect="1"/>
          </p:cNvPicPr>
          <p:nvPr/>
        </p:nvPicPr>
        <p:blipFill>
          <a:blip r:embed="rId4"/>
          <a:stretch>
            <a:fillRect/>
          </a:stretch>
        </p:blipFill>
        <p:spPr>
          <a:xfrm>
            <a:off x="838800" y="6357600"/>
            <a:ext cx="2743438" cy="365792"/>
          </a:xfrm>
          <a:prstGeom prst="rect">
            <a:avLst/>
          </a:prstGeom>
        </p:spPr>
      </p:pic>
      <p:pic>
        <p:nvPicPr>
          <p:cNvPr id="3" name="Picture 2">
            <a:extLst>
              <a:ext uri="{FF2B5EF4-FFF2-40B4-BE49-F238E27FC236}">
                <a16:creationId xmlns:a16="http://schemas.microsoft.com/office/drawing/2014/main" id="{0B871D24-1A4B-2CB7-EA73-C07B32F48B92}"/>
              </a:ext>
            </a:extLst>
          </p:cNvPr>
          <p:cNvPicPr>
            <a:picLocks noChangeAspect="1"/>
          </p:cNvPicPr>
          <p:nvPr/>
        </p:nvPicPr>
        <p:blipFill>
          <a:blip r:embed="rId5"/>
          <a:stretch>
            <a:fillRect/>
          </a:stretch>
        </p:blipFill>
        <p:spPr>
          <a:xfrm>
            <a:off x="4038421" y="6357600"/>
            <a:ext cx="4115157" cy="365792"/>
          </a:xfrm>
          <a:prstGeom prst="rect">
            <a:avLst/>
          </a:prstGeom>
        </p:spPr>
      </p:pic>
      <p:sp>
        <p:nvSpPr>
          <p:cNvPr id="4" name="TextBox 3">
            <a:extLst>
              <a:ext uri="{FF2B5EF4-FFF2-40B4-BE49-F238E27FC236}">
                <a16:creationId xmlns:a16="http://schemas.microsoft.com/office/drawing/2014/main" id="{1AE544B6-81F1-AAF4-F9F7-08ABB875F12E}"/>
              </a:ext>
            </a:extLst>
          </p:cNvPr>
          <p:cNvSpPr txBox="1"/>
          <p:nvPr/>
        </p:nvSpPr>
        <p:spPr>
          <a:xfrm>
            <a:off x="11160000" y="6357600"/>
            <a:ext cx="256802" cy="246221"/>
          </a:xfrm>
          <a:prstGeom prst="rect">
            <a:avLst/>
          </a:prstGeom>
          <a:noFill/>
        </p:spPr>
        <p:txBody>
          <a:bodyPr wrap="none" rtlCol="0">
            <a:spAutoFit/>
          </a:bodyPr>
          <a:lstStyle/>
          <a:p>
            <a:r>
              <a:rPr lang="en-IE" sz="1000" dirty="0">
                <a:solidFill>
                  <a:schemeClr val="bg1"/>
                </a:solidFill>
                <a:latin typeface="Posterama" panose="020B0504020200020000" pitchFamily="34" charset="0"/>
                <a:cs typeface="Posterama" panose="020B0504020200020000" pitchFamily="34" charset="0"/>
              </a:rPr>
              <a:t>2</a:t>
            </a:r>
          </a:p>
        </p:txBody>
      </p:sp>
    </p:spTree>
    <p:extLst>
      <p:ext uri="{BB962C8B-B14F-4D97-AF65-F5344CB8AC3E}">
        <p14:creationId xmlns:p14="http://schemas.microsoft.com/office/powerpoint/2010/main" val="424219743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fade">
                                      <p:cBhvr>
                                        <p:cTn id="7" dur="1000"/>
                                        <p:tgtEl>
                                          <p:spTgt spid="17">
                                            <p:txEl>
                                              <p:pRg st="0" end="0"/>
                                            </p:txEl>
                                          </p:spTgt>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17">
                                            <p:txEl>
                                              <p:pRg st="1" end="1"/>
                                            </p:txEl>
                                          </p:spTgt>
                                        </p:tgtEl>
                                        <p:attrNameLst>
                                          <p:attrName>style.visibility</p:attrName>
                                        </p:attrNameLst>
                                      </p:cBhvr>
                                      <p:to>
                                        <p:strVal val="visible"/>
                                      </p:to>
                                    </p:set>
                                    <p:animEffect transition="in" filter="fade">
                                      <p:cBhvr>
                                        <p:cTn id="11" dur="1000"/>
                                        <p:tgtEl>
                                          <p:spTgt spid="17">
                                            <p:txEl>
                                              <p:pRg st="1" end="1"/>
                                            </p:txEl>
                                          </p:spTgt>
                                        </p:tgtEl>
                                      </p:cBhvr>
                                    </p:animEffect>
                                  </p:childTnLst>
                                </p:cTn>
                              </p:par>
                            </p:childTnLst>
                          </p:cTn>
                        </p:par>
                        <p:par>
                          <p:cTn id="12" fill="hold">
                            <p:stCondLst>
                              <p:cond delay="2000"/>
                            </p:stCondLst>
                            <p:childTnLst>
                              <p:par>
                                <p:cTn id="13" presetID="10" presetClass="entr" presetSubtype="0" fill="hold" grpId="0" nodeType="afterEffect">
                                  <p:stCondLst>
                                    <p:cond delay="0"/>
                                  </p:stCondLst>
                                  <p:childTnLst>
                                    <p:set>
                                      <p:cBhvr>
                                        <p:cTn id="14" dur="1" fill="hold">
                                          <p:stCondLst>
                                            <p:cond delay="0"/>
                                          </p:stCondLst>
                                        </p:cTn>
                                        <p:tgtEl>
                                          <p:spTgt spid="17">
                                            <p:txEl>
                                              <p:pRg st="2" end="2"/>
                                            </p:txEl>
                                          </p:spTgt>
                                        </p:tgtEl>
                                        <p:attrNameLst>
                                          <p:attrName>style.visibility</p:attrName>
                                        </p:attrNameLst>
                                      </p:cBhvr>
                                      <p:to>
                                        <p:strVal val="visible"/>
                                      </p:to>
                                    </p:set>
                                    <p:animEffect transition="in" filter="fade">
                                      <p:cBhvr>
                                        <p:cTn id="15" dur="1000"/>
                                        <p:tgtEl>
                                          <p:spTgt spid="17">
                                            <p:txEl>
                                              <p:pRg st="2" end="2"/>
                                            </p:txEl>
                                          </p:spTgt>
                                        </p:tgtEl>
                                      </p:cBhvr>
                                    </p:animEffect>
                                  </p:childTnLst>
                                </p:cTn>
                              </p:par>
                            </p:childTnLst>
                          </p:cTn>
                        </p:par>
                        <p:par>
                          <p:cTn id="16" fill="hold">
                            <p:stCondLst>
                              <p:cond delay="3000"/>
                            </p:stCondLst>
                            <p:childTnLst>
                              <p:par>
                                <p:cTn id="17" presetID="10" presetClass="entr" presetSubtype="0" fill="hold" grpId="0" nodeType="afterEffect">
                                  <p:stCondLst>
                                    <p:cond delay="0"/>
                                  </p:stCondLst>
                                  <p:childTnLst>
                                    <p:set>
                                      <p:cBhvr>
                                        <p:cTn id="18" dur="1" fill="hold">
                                          <p:stCondLst>
                                            <p:cond delay="0"/>
                                          </p:stCondLst>
                                        </p:cTn>
                                        <p:tgtEl>
                                          <p:spTgt spid="17">
                                            <p:txEl>
                                              <p:pRg st="3" end="3"/>
                                            </p:txEl>
                                          </p:spTgt>
                                        </p:tgtEl>
                                        <p:attrNameLst>
                                          <p:attrName>style.visibility</p:attrName>
                                        </p:attrNameLst>
                                      </p:cBhvr>
                                      <p:to>
                                        <p:strVal val="visible"/>
                                      </p:to>
                                    </p:set>
                                    <p:animEffect transition="in" filter="fade">
                                      <p:cBhvr>
                                        <p:cTn id="19" dur="1000"/>
                                        <p:tgtEl>
                                          <p:spTgt spid="1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D6C04-B36B-EEC8-C960-70BA7519D164}"/>
            </a:ext>
          </a:extLst>
        </p:cNvPr>
        <p:cNvGrpSpPr/>
        <p:nvPr/>
      </p:nvGrpSpPr>
      <p:grpSpPr>
        <a:xfrm>
          <a:off x="0" y="0"/>
          <a:ext cx="0" cy="0"/>
          <a:chOff x="0" y="0"/>
          <a:chExt cx="0" cy="0"/>
        </a:xfrm>
      </p:grpSpPr>
      <p:pic>
        <p:nvPicPr>
          <p:cNvPr id="77" name="Picture Placeholder 76">
            <a:extLst>
              <a:ext uri="{FF2B5EF4-FFF2-40B4-BE49-F238E27FC236}">
                <a16:creationId xmlns:a16="http://schemas.microsoft.com/office/drawing/2014/main" id="{061D7C98-6448-7063-3D87-3B16D1A7FB35}"/>
              </a:ext>
            </a:extLst>
          </p:cNvPr>
          <p:cNvPicPr>
            <a:picLocks noGrp="1" noChangeAspect="1"/>
          </p:cNvPicPr>
          <p:nvPr>
            <p:ph type="pic" sz="quarter" idx="13"/>
          </p:nvPr>
        </p:nvPicPr>
        <p:blipFill>
          <a:blip r:embed="rId2"/>
          <a:srcRect l="20551" r="11887" b="-1"/>
          <a:stretch>
            <a:fillRect/>
          </a:stretch>
        </p:blipFill>
        <p:spPr>
          <a:xfrm flipH="1">
            <a:off x="-729035" y="882177"/>
            <a:ext cx="6825035" cy="5379395"/>
          </a:xfrm>
          <a:noFill/>
          <a:effectLst>
            <a:softEdge rad="1270000"/>
          </a:effectLst>
        </p:spPr>
      </p:pic>
      <p:sp>
        <p:nvSpPr>
          <p:cNvPr id="22" name="Title 21">
            <a:extLst>
              <a:ext uri="{FF2B5EF4-FFF2-40B4-BE49-F238E27FC236}">
                <a16:creationId xmlns:a16="http://schemas.microsoft.com/office/drawing/2014/main" id="{BD45132B-BE1F-D346-3BCE-C9B203847F17}"/>
              </a:ext>
            </a:extLst>
          </p:cNvPr>
          <p:cNvSpPr>
            <a:spLocks noGrp="1"/>
          </p:cNvSpPr>
          <p:nvPr>
            <p:ph type="title"/>
          </p:nvPr>
        </p:nvSpPr>
        <p:spPr>
          <a:xfrm>
            <a:off x="4430905" y="1422013"/>
            <a:ext cx="7729979" cy="4299721"/>
          </a:xfrm>
          <a:solidFill>
            <a:srgbClr val="A5007A"/>
          </a:solidFill>
          <a:effectLst>
            <a:softEdge rad="254000"/>
          </a:effectLst>
        </p:spPr>
        <p:txBody>
          <a:bodyPr/>
          <a:lstStyle/>
          <a:p>
            <a:r>
              <a:rPr kumimoji="0" lang="en-US" sz="2000" b="0" i="0" u="none" strike="noStrike" kern="1200" cap="all" spc="400" normalizeH="0" baseline="0" noProof="0" dirty="0">
                <a:ln w="19050">
                  <a:solidFill>
                    <a:srgbClr val="F9C2FB"/>
                  </a:solidFill>
                </a:ln>
                <a:effectLst/>
                <a:uLnTx/>
                <a:uFillTx/>
                <a:latin typeface="Posterama Bold"/>
                <a:ea typeface="+mj-ea"/>
                <a:cs typeface="+mj-cs"/>
              </a:rPr>
              <a:t>What is a JavaScript framework?</a:t>
            </a:r>
            <a:endParaRPr lang="en-US" sz="3200" dirty="0">
              <a:ln w="19050">
                <a:solidFill>
                  <a:srgbClr val="F9C2FB"/>
                </a:solidFill>
              </a:ln>
            </a:endParaRPr>
          </a:p>
        </p:txBody>
      </p:sp>
      <p:sp>
        <p:nvSpPr>
          <p:cNvPr id="17" name="Text Placeholder 16">
            <a:extLst>
              <a:ext uri="{FF2B5EF4-FFF2-40B4-BE49-F238E27FC236}">
                <a16:creationId xmlns:a16="http://schemas.microsoft.com/office/drawing/2014/main" id="{36E8B4AE-5BF6-48BD-00F5-FFBAACD442D2}"/>
              </a:ext>
            </a:extLst>
          </p:cNvPr>
          <p:cNvSpPr>
            <a:spLocks noGrp="1"/>
          </p:cNvSpPr>
          <p:nvPr>
            <p:ph type="body" sz="quarter" idx="15"/>
          </p:nvPr>
        </p:nvSpPr>
        <p:spPr>
          <a:xfrm>
            <a:off x="4995466" y="2364191"/>
            <a:ext cx="6357978" cy="3071796"/>
          </a:xfrm>
        </p:spPr>
        <p:txBody>
          <a:bodyPr>
            <a:normAutofit fontScale="92500" lnSpcReduction="10000"/>
          </a:bodyPr>
          <a:lstStyle/>
          <a:p>
            <a:pPr marL="0" marR="0" lvl="0" indent="0" algn="l" defTabSz="914400" rtl="0" eaLnBrk="1" fontAlgn="auto" latinLnBrk="0" hangingPunct="1">
              <a:lnSpc>
                <a:spcPct val="125000"/>
              </a:lnSpc>
              <a:spcBef>
                <a:spcPts val="1000"/>
              </a:spcBef>
              <a:spcAft>
                <a:spcPts val="0"/>
              </a:spcAft>
              <a:buClrTx/>
              <a:buSzTx/>
              <a:buFont typeface="Arial" panose="020B0604020202020204" pitchFamily="34" charset="0"/>
              <a:buNone/>
              <a:tabLst/>
              <a:defRPr/>
            </a:pPr>
            <a:r>
              <a:rPr kumimoji="0" lang="en-US" sz="1800" b="0" i="0" u="none" strike="noStrike" kern="1200" cap="none" spc="100" normalizeH="0" baseline="0" noProof="0" dirty="0">
                <a:ln>
                  <a:noFill/>
                </a:ln>
                <a:solidFill>
                  <a:srgbClr val="F9C2FB"/>
                </a:solidFill>
                <a:effectLst/>
                <a:uLnTx/>
                <a:uFillTx/>
                <a:latin typeface="Bierstadt"/>
                <a:ea typeface="+mn-ea"/>
                <a:cs typeface="+mn-cs"/>
              </a:rPr>
              <a:t>A JavaScript Framework is </a:t>
            </a:r>
            <a:r>
              <a:rPr kumimoji="0" lang="en-IE" sz="1800" b="0" i="0" u="none" strike="noStrike" kern="1200" cap="none" spc="100" normalizeH="0" baseline="0" noProof="0" dirty="0">
                <a:ln>
                  <a:noFill/>
                </a:ln>
                <a:solidFill>
                  <a:srgbClr val="F9C2FB"/>
                </a:solidFill>
                <a:effectLst/>
                <a:uLnTx/>
                <a:uFillTx/>
                <a:latin typeface="Bierstadt"/>
                <a:ea typeface="+mn-ea"/>
                <a:cs typeface="+mn-cs"/>
              </a:rPr>
              <a:t>a structured collection of prewritten JavaScript code, typically organized into libraries. </a:t>
            </a:r>
          </a:p>
          <a:p>
            <a:pPr marL="0" marR="0" lvl="0" indent="0" algn="l" defTabSz="914400" rtl="0" eaLnBrk="1" fontAlgn="auto" latinLnBrk="0" hangingPunct="1">
              <a:lnSpc>
                <a:spcPct val="125000"/>
              </a:lnSpc>
              <a:spcBef>
                <a:spcPts val="1000"/>
              </a:spcBef>
              <a:spcAft>
                <a:spcPts val="0"/>
              </a:spcAft>
              <a:buClrTx/>
              <a:buSzTx/>
              <a:buFont typeface="Arial" panose="020B0604020202020204" pitchFamily="34" charset="0"/>
              <a:buNone/>
              <a:tabLst/>
              <a:defRPr/>
            </a:pPr>
            <a:r>
              <a:rPr kumimoji="0" lang="en-IE" sz="1800" b="0" i="0" u="none" strike="noStrike" kern="1200" cap="none" spc="100" normalizeH="0" baseline="0" noProof="0" dirty="0">
                <a:ln>
                  <a:noFill/>
                </a:ln>
                <a:solidFill>
                  <a:srgbClr val="F9C2FB"/>
                </a:solidFill>
                <a:effectLst/>
                <a:uLnTx/>
                <a:uFillTx/>
                <a:latin typeface="Bierstadt"/>
                <a:ea typeface="+mn-ea"/>
                <a:cs typeface="+mn-cs"/>
              </a:rPr>
              <a:t>These libraries provide reusable functions and components that streamline development and reduce repetitive coding tasks. </a:t>
            </a:r>
          </a:p>
          <a:p>
            <a:pPr marL="0" marR="0" lvl="0" indent="0" algn="l" defTabSz="914400" rtl="0" eaLnBrk="1" fontAlgn="auto" latinLnBrk="0" hangingPunct="1">
              <a:lnSpc>
                <a:spcPct val="125000"/>
              </a:lnSpc>
              <a:spcBef>
                <a:spcPts val="1000"/>
              </a:spcBef>
              <a:spcAft>
                <a:spcPts val="0"/>
              </a:spcAft>
              <a:buClrTx/>
              <a:buSzTx/>
              <a:buFont typeface="Arial" panose="020B0604020202020204" pitchFamily="34" charset="0"/>
              <a:buNone/>
              <a:tabLst/>
              <a:defRPr/>
            </a:pPr>
            <a:r>
              <a:rPr kumimoji="0" lang="en-IE" sz="1800" b="0" i="0" u="none" strike="noStrike" kern="1200" cap="none" spc="100" normalizeH="0" baseline="0" noProof="0" dirty="0">
                <a:ln>
                  <a:noFill/>
                </a:ln>
                <a:solidFill>
                  <a:srgbClr val="F9C2FB"/>
                </a:solidFill>
                <a:effectLst/>
                <a:uLnTx/>
                <a:uFillTx/>
                <a:latin typeface="Bierstadt"/>
                <a:ea typeface="+mn-ea"/>
                <a:cs typeface="+mn-cs"/>
              </a:rPr>
              <a:t>A framework provides a structure for developers to write code, which in turn simplifies the completion of both common and complicated tasks. </a:t>
            </a:r>
            <a:endParaRPr kumimoji="0" lang="en-US" sz="1800" b="0" i="0" u="none" strike="noStrike" kern="1200" cap="none" spc="100" normalizeH="0" baseline="0" noProof="0" dirty="0">
              <a:ln>
                <a:noFill/>
              </a:ln>
              <a:solidFill>
                <a:srgbClr val="F9C2FB"/>
              </a:solidFill>
              <a:effectLst/>
              <a:uLnTx/>
              <a:uFillTx/>
              <a:latin typeface="Bierstadt"/>
              <a:ea typeface="+mn-ea"/>
              <a:cs typeface="+mn-cs"/>
            </a:endParaRPr>
          </a:p>
        </p:txBody>
      </p:sp>
      <p:pic>
        <p:nvPicPr>
          <p:cNvPr id="3" name="Picture 2">
            <a:extLst>
              <a:ext uri="{FF2B5EF4-FFF2-40B4-BE49-F238E27FC236}">
                <a16:creationId xmlns:a16="http://schemas.microsoft.com/office/drawing/2014/main" id="{4B342130-601E-257C-F295-BF6E74034E57}"/>
              </a:ext>
            </a:extLst>
          </p:cNvPr>
          <p:cNvPicPr>
            <a:picLocks noChangeAspect="1"/>
          </p:cNvPicPr>
          <p:nvPr/>
        </p:nvPicPr>
        <p:blipFill>
          <a:blip r:embed="rId3"/>
          <a:stretch>
            <a:fillRect/>
          </a:stretch>
        </p:blipFill>
        <p:spPr>
          <a:xfrm>
            <a:off x="838800" y="6357600"/>
            <a:ext cx="2743438" cy="365792"/>
          </a:xfrm>
          <a:prstGeom prst="rect">
            <a:avLst/>
          </a:prstGeom>
        </p:spPr>
      </p:pic>
      <p:pic>
        <p:nvPicPr>
          <p:cNvPr id="4" name="Picture 3">
            <a:extLst>
              <a:ext uri="{FF2B5EF4-FFF2-40B4-BE49-F238E27FC236}">
                <a16:creationId xmlns:a16="http://schemas.microsoft.com/office/drawing/2014/main" id="{9AFB666E-F65B-1621-660C-E5DB1DDC6389}"/>
              </a:ext>
            </a:extLst>
          </p:cNvPr>
          <p:cNvPicPr>
            <a:picLocks noChangeAspect="1"/>
          </p:cNvPicPr>
          <p:nvPr/>
        </p:nvPicPr>
        <p:blipFill>
          <a:blip r:embed="rId4"/>
          <a:stretch>
            <a:fillRect/>
          </a:stretch>
        </p:blipFill>
        <p:spPr>
          <a:xfrm>
            <a:off x="4038421" y="6357600"/>
            <a:ext cx="4115157" cy="365792"/>
          </a:xfrm>
          <a:prstGeom prst="rect">
            <a:avLst/>
          </a:prstGeom>
        </p:spPr>
      </p:pic>
      <p:sp>
        <p:nvSpPr>
          <p:cNvPr id="6" name="TextBox 5">
            <a:extLst>
              <a:ext uri="{FF2B5EF4-FFF2-40B4-BE49-F238E27FC236}">
                <a16:creationId xmlns:a16="http://schemas.microsoft.com/office/drawing/2014/main" id="{5807C5E2-A438-5322-F78B-7FF941AF17C6}"/>
              </a:ext>
            </a:extLst>
          </p:cNvPr>
          <p:cNvSpPr txBox="1"/>
          <p:nvPr/>
        </p:nvSpPr>
        <p:spPr>
          <a:xfrm>
            <a:off x="11160000" y="6357600"/>
            <a:ext cx="261610" cy="246221"/>
          </a:xfrm>
          <a:prstGeom prst="rect">
            <a:avLst/>
          </a:prstGeom>
          <a:noFill/>
        </p:spPr>
        <p:txBody>
          <a:bodyPr wrap="none" rtlCol="0">
            <a:spAutoFit/>
          </a:bodyPr>
          <a:lstStyle/>
          <a:p>
            <a:r>
              <a:rPr lang="en-IE" sz="1000" dirty="0">
                <a:solidFill>
                  <a:schemeClr val="bg1"/>
                </a:solidFill>
                <a:latin typeface="Posterama" panose="020B0504020200020000" pitchFamily="34" charset="0"/>
                <a:cs typeface="Posterama" panose="020B0504020200020000" pitchFamily="34" charset="0"/>
              </a:rPr>
              <a:t>3</a:t>
            </a:r>
          </a:p>
        </p:txBody>
      </p:sp>
    </p:spTree>
    <p:extLst>
      <p:ext uri="{BB962C8B-B14F-4D97-AF65-F5344CB8AC3E}">
        <p14:creationId xmlns:p14="http://schemas.microsoft.com/office/powerpoint/2010/main" val="209959149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fade">
                                      <p:cBhvr>
                                        <p:cTn id="7" dur="1000"/>
                                        <p:tgtEl>
                                          <p:spTgt spid="17">
                                            <p:txEl>
                                              <p:pRg st="0" end="0"/>
                                            </p:txEl>
                                          </p:spTgt>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17">
                                            <p:txEl>
                                              <p:pRg st="1" end="1"/>
                                            </p:txEl>
                                          </p:spTgt>
                                        </p:tgtEl>
                                        <p:attrNameLst>
                                          <p:attrName>style.visibility</p:attrName>
                                        </p:attrNameLst>
                                      </p:cBhvr>
                                      <p:to>
                                        <p:strVal val="visible"/>
                                      </p:to>
                                    </p:set>
                                    <p:animEffect transition="in" filter="fade">
                                      <p:cBhvr>
                                        <p:cTn id="11" dur="1000"/>
                                        <p:tgtEl>
                                          <p:spTgt spid="17">
                                            <p:txEl>
                                              <p:pRg st="1" end="1"/>
                                            </p:txEl>
                                          </p:spTgt>
                                        </p:tgtEl>
                                      </p:cBhvr>
                                    </p:animEffect>
                                  </p:childTnLst>
                                </p:cTn>
                              </p:par>
                            </p:childTnLst>
                          </p:cTn>
                        </p:par>
                        <p:par>
                          <p:cTn id="12" fill="hold">
                            <p:stCondLst>
                              <p:cond delay="2000"/>
                            </p:stCondLst>
                            <p:childTnLst>
                              <p:par>
                                <p:cTn id="13" presetID="10" presetClass="entr" presetSubtype="0" fill="hold" grpId="0" nodeType="afterEffect">
                                  <p:stCondLst>
                                    <p:cond delay="0"/>
                                  </p:stCondLst>
                                  <p:childTnLst>
                                    <p:set>
                                      <p:cBhvr>
                                        <p:cTn id="14" dur="1" fill="hold">
                                          <p:stCondLst>
                                            <p:cond delay="0"/>
                                          </p:stCondLst>
                                        </p:cTn>
                                        <p:tgtEl>
                                          <p:spTgt spid="17">
                                            <p:txEl>
                                              <p:pRg st="2" end="2"/>
                                            </p:txEl>
                                          </p:spTgt>
                                        </p:tgtEl>
                                        <p:attrNameLst>
                                          <p:attrName>style.visibility</p:attrName>
                                        </p:attrNameLst>
                                      </p:cBhvr>
                                      <p:to>
                                        <p:strVal val="visible"/>
                                      </p:to>
                                    </p:set>
                                    <p:animEffect transition="in" filter="fade">
                                      <p:cBhvr>
                                        <p:cTn id="15" dur="1000"/>
                                        <p:tgtEl>
                                          <p:spTgt spid="1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7814D-E8D2-8B8D-0FDF-9C6FF067AA27}"/>
            </a:ext>
          </a:extLst>
        </p:cNvPr>
        <p:cNvGrpSpPr/>
        <p:nvPr/>
      </p:nvGrpSpPr>
      <p:grpSpPr>
        <a:xfrm>
          <a:off x="0" y="0"/>
          <a:ext cx="0" cy="0"/>
          <a:chOff x="0" y="0"/>
          <a:chExt cx="0" cy="0"/>
        </a:xfrm>
      </p:grpSpPr>
      <p:pic>
        <p:nvPicPr>
          <p:cNvPr id="18" name="Picture Placeholder 76">
            <a:extLst>
              <a:ext uri="{FF2B5EF4-FFF2-40B4-BE49-F238E27FC236}">
                <a16:creationId xmlns:a16="http://schemas.microsoft.com/office/drawing/2014/main" id="{E5E926C9-97F9-7311-15F0-1A7956038835}"/>
              </a:ext>
            </a:extLst>
          </p:cNvPr>
          <p:cNvPicPr>
            <a:picLocks noGrp="1" noChangeAspect="1"/>
          </p:cNvPicPr>
          <p:nvPr>
            <p:ph type="pic" sz="quarter" idx="13"/>
          </p:nvPr>
        </p:nvPicPr>
        <p:blipFill>
          <a:blip r:embed="rId3"/>
          <a:srcRect l="20551" r="11887" b="-1"/>
          <a:stretch>
            <a:fillRect/>
          </a:stretch>
        </p:blipFill>
        <p:spPr>
          <a:xfrm flipH="1">
            <a:off x="6357563" y="-457200"/>
            <a:ext cx="6825035" cy="7648575"/>
          </a:xfrm>
          <a:noFill/>
          <a:effectLst>
            <a:softEdge rad="1270000"/>
          </a:effectLst>
        </p:spPr>
      </p:pic>
      <p:pic>
        <p:nvPicPr>
          <p:cNvPr id="13" name="Picture Placeholder 12" descr="A person with nice hair wearing glasses&#10;&#10;AI-generated content may be incorrect.">
            <a:extLst>
              <a:ext uri="{FF2B5EF4-FFF2-40B4-BE49-F238E27FC236}">
                <a16:creationId xmlns:a16="http://schemas.microsoft.com/office/drawing/2014/main" id="{F53BC0A2-BFC8-4824-AB04-4A73A863949E}"/>
              </a:ext>
            </a:extLst>
          </p:cNvPr>
          <p:cNvPicPr>
            <a:picLocks noGrp="1" noChangeAspect="1"/>
          </p:cNvPicPr>
          <p:nvPr>
            <p:ph type="pic" sz="quarter" idx="14"/>
          </p:nvPr>
        </p:nvPicPr>
        <p:blipFill>
          <a:blip r:embed="rId4">
            <a:extLst>
              <a:ext uri="{BEBA8EAE-BF5A-486C-A8C5-ECC9F3942E4B}">
                <a14:imgProps xmlns:a14="http://schemas.microsoft.com/office/drawing/2010/main">
                  <a14:imgLayer r:embed="rId5">
                    <a14:imgEffect>
                      <a14:backgroundRemoval t="9690" b="99483" l="15633" r="88760">
                        <a14:foregroundMark x1="28165" y1="91731" x2="28165" y2="91731"/>
                        <a14:foregroundMark x1="20413" y1="90181" x2="27778" y2="89018"/>
                        <a14:foregroundMark x1="16279" y1="80491" x2="10724" y2="86047"/>
                        <a14:foregroundMark x1="10724" y1="86047" x2="7623" y2="92894"/>
                        <a14:foregroundMark x1="7623" y1="92894" x2="23127" y2="97933"/>
                        <a14:foregroundMark x1="23127" y1="97933" x2="48579" y2="98837"/>
                        <a14:foregroundMark x1="48579" y1="98837" x2="75194" y2="97028"/>
                        <a14:foregroundMark x1="75194" y1="97028" x2="84109" y2="90052"/>
                        <a14:foregroundMark x1="84109" y1="90052" x2="78553" y2="81008"/>
                        <a14:foregroundMark x1="78553" y1="81008" x2="65375" y2="72093"/>
                        <a14:foregroundMark x1="65375" y1="72093" x2="64083" y2="86434"/>
                        <a14:foregroundMark x1="64083" y1="86434" x2="48708" y2="85530"/>
                        <a14:foregroundMark x1="48708" y1="85530" x2="39664" y2="82300"/>
                        <a14:foregroundMark x1="39664" y1="82300" x2="37855" y2="87339"/>
                        <a14:foregroundMark x1="48191" y1="97545" x2="59948" y2="95866"/>
                        <a14:foregroundMark x1="59948" y1="95866" x2="52713" y2="96512"/>
                        <a14:foregroundMark x1="70543" y1="98708" x2="79587" y2="98062"/>
                        <a14:foregroundMark x1="79587" y1="98062" x2="84367" y2="91731"/>
                        <a14:foregroundMark x1="84367" y1="91731" x2="85013" y2="91344"/>
                        <a14:foregroundMark x1="82429" y1="96124" x2="85530" y2="90181"/>
                        <a14:foregroundMark x1="16667" y1="91990" x2="15891" y2="82429"/>
                        <a14:foregroundMark x1="15891" y1="82429" x2="16667" y2="80491"/>
                        <a14:foregroundMark x1="22868" y1="99483" x2="34755" y2="99225"/>
                        <a14:foregroundMark x1="34755" y1="99225" x2="49612" y2="99612"/>
                        <a14:foregroundMark x1="49612" y1="99612" x2="57364" y2="99354"/>
                        <a14:foregroundMark x1="57364" y1="99354" x2="75323" y2="99612"/>
                        <a14:foregroundMark x1="75323" y1="99612" x2="81137" y2="99096"/>
                        <a14:foregroundMark x1="83979" y1="98320" x2="88760" y2="85659"/>
                        <a14:backgroundMark x1="34625" y1="19509" x2="34625" y2="19509"/>
                        <a14:backgroundMark x1="37339" y1="18217" x2="37339" y2="18217"/>
                        <a14:backgroundMark x1="39276" y1="17313" x2="39276" y2="17313"/>
                        <a14:backgroundMark x1="39406" y1="16667" x2="39406" y2="16667"/>
                        <a14:backgroundMark x1="37726" y1="17183" x2="37726" y2="17183"/>
                        <a14:backgroundMark x1="31654" y1="23643" x2="31654" y2="23643"/>
                        <a14:backgroundMark x1="44832" y1="15891" x2="44832" y2="15891"/>
                        <a14:backgroundMark x1="50646" y1="15116" x2="50646" y2="15116"/>
                        <a14:backgroundMark x1="52196" y1="14987" x2="52196" y2="14987"/>
                        <a14:backgroundMark x1="55039" y1="17313" x2="55039" y2="17313"/>
                        <a14:backgroundMark x1="56072" y1="17829" x2="56072" y2="17829"/>
                        <a14:backgroundMark x1="54393" y1="17700" x2="54393" y2="17700"/>
                        <a14:backgroundMark x1="47804" y1="11757" x2="47804" y2="11757"/>
                        <a14:backgroundMark x1="48320" y1="15504" x2="48320" y2="15504"/>
                        <a14:backgroundMark x1="66408" y1="24160" x2="66408" y2="24160"/>
                        <a14:backgroundMark x1="66021" y1="23514" x2="66021" y2="23514"/>
                        <a14:backgroundMark x1="66021" y1="23514" x2="66021" y2="23514"/>
                        <a14:backgroundMark x1="64729" y1="23514" x2="64729" y2="23514"/>
                        <a14:backgroundMark x1="70543" y1="40310" x2="70543" y2="40310"/>
                        <a14:backgroundMark x1="71318" y1="37855" x2="71318" y2="37855"/>
                        <a14:backgroundMark x1="70801" y1="34367" x2="70801" y2="34367"/>
                        <a14:backgroundMark x1="30233" y1="37080" x2="30233" y2="37080"/>
                        <a14:backgroundMark x1="30103" y1="33850" x2="30103" y2="33850"/>
                        <a14:backgroundMark x1="30879" y1="41085" x2="30879" y2="41085"/>
                        <a14:backgroundMark x1="31008" y1="25323" x2="31008" y2="25323"/>
                        <a14:backgroundMark x1="30879" y1="29070" x2="30879" y2="29070"/>
                      </a14:backgroundRemoval>
                    </a14:imgEffect>
                  </a14:imgLayer>
                </a14:imgProps>
              </a:ext>
            </a:extLst>
          </a:blip>
          <a:srcRect l="13511" r="13511"/>
          <a:stretch>
            <a:fillRect/>
          </a:stretch>
        </p:blipFill>
        <p:spPr>
          <a:xfrm>
            <a:off x="7190243" y="0"/>
            <a:ext cx="5011737" cy="6867525"/>
          </a:xfrm>
          <a:prstGeom prst="roundRect">
            <a:avLst/>
          </a:prstGeom>
        </p:spPr>
      </p:pic>
      <p:sp>
        <p:nvSpPr>
          <p:cNvPr id="170" name="Date Placeholder 169">
            <a:extLst>
              <a:ext uri="{FF2B5EF4-FFF2-40B4-BE49-F238E27FC236}">
                <a16:creationId xmlns:a16="http://schemas.microsoft.com/office/drawing/2014/main" id="{A9221675-03A4-C83D-B551-DD5FA2B4AAC5}"/>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pPr>
            <a:r>
              <a:rPr lang="en-US" dirty="0"/>
              <a:t>10/11/2025</a:t>
            </a:r>
          </a:p>
        </p:txBody>
      </p:sp>
      <p:sp>
        <p:nvSpPr>
          <p:cNvPr id="171" name="Footer Placeholder 170">
            <a:extLst>
              <a:ext uri="{FF2B5EF4-FFF2-40B4-BE49-F238E27FC236}">
                <a16:creationId xmlns:a16="http://schemas.microsoft.com/office/drawing/2014/main" id="{3113DBA2-534E-2F41-36DA-438AE8EC00BB}"/>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en-US" kern="1200" dirty="0"/>
              <a:t>Isabelle Lynch</a:t>
            </a:r>
          </a:p>
        </p:txBody>
      </p:sp>
      <p:sp>
        <p:nvSpPr>
          <p:cNvPr id="172" name="Slide Number Placeholder 171">
            <a:extLst>
              <a:ext uri="{FF2B5EF4-FFF2-40B4-BE49-F238E27FC236}">
                <a16:creationId xmlns:a16="http://schemas.microsoft.com/office/drawing/2014/main" id="{C5FFD6A6-AA58-A7AA-3739-14A73DBBB8A4}"/>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A402E4C0-AD5E-4E8C-9F21-7CCE474BDCEB}" type="slidenum">
              <a:rPr lang="en-US" smtClean="0"/>
              <a:pPr>
                <a:spcAft>
                  <a:spcPts val="600"/>
                </a:spcAft>
              </a:pPr>
              <a:t>4</a:t>
            </a:fld>
            <a:endParaRPr lang="en-US" dirty="0"/>
          </a:p>
        </p:txBody>
      </p:sp>
      <p:sp>
        <p:nvSpPr>
          <p:cNvPr id="19" name="Title 21">
            <a:extLst>
              <a:ext uri="{FF2B5EF4-FFF2-40B4-BE49-F238E27FC236}">
                <a16:creationId xmlns:a16="http://schemas.microsoft.com/office/drawing/2014/main" id="{43B95480-3AC6-6B91-A009-5C288C54F4E8}"/>
              </a:ext>
            </a:extLst>
          </p:cNvPr>
          <p:cNvSpPr>
            <a:spLocks noGrp="1"/>
          </p:cNvSpPr>
          <p:nvPr>
            <p:ph type="title"/>
          </p:nvPr>
        </p:nvSpPr>
        <p:spPr>
          <a:xfrm>
            <a:off x="-16889" y="461169"/>
            <a:ext cx="7729979" cy="5935662"/>
          </a:xfrm>
          <a:solidFill>
            <a:srgbClr val="A5007A"/>
          </a:solidFill>
          <a:effectLst>
            <a:softEdge rad="254000"/>
          </a:effectLst>
        </p:spPr>
        <p:txBody>
          <a:bodyPr/>
          <a:lstStyle/>
          <a:p>
            <a:pPr marL="57150"/>
            <a:r>
              <a:rPr lang="en-US" sz="3200" dirty="0">
                <a:ln w="19050">
                  <a:solidFill>
                    <a:srgbClr val="F9C2FB"/>
                  </a:solidFill>
                </a:ln>
              </a:rPr>
              <a:t> </a:t>
            </a:r>
            <a:br>
              <a:rPr lang="en-US" sz="3200" dirty="0">
                <a:ln w="19050">
                  <a:solidFill>
                    <a:srgbClr val="F9C2FB"/>
                  </a:solidFill>
                </a:ln>
              </a:rPr>
            </a:br>
            <a:r>
              <a:rPr lang="en-US" sz="3200" dirty="0">
                <a:ln w="19050">
                  <a:solidFill>
                    <a:srgbClr val="F9C2FB"/>
                  </a:solidFill>
                </a:ln>
              </a:rPr>
              <a:t>   </a:t>
            </a:r>
            <a:br>
              <a:rPr lang="en-US" sz="3200" dirty="0">
                <a:ln w="19050">
                  <a:solidFill>
                    <a:srgbClr val="F9C2FB"/>
                  </a:solidFill>
                </a:ln>
              </a:rPr>
            </a:br>
            <a:r>
              <a:rPr lang="en-US" sz="3200" dirty="0">
                <a:ln w="19050">
                  <a:solidFill>
                    <a:srgbClr val="F9C2FB"/>
                  </a:solidFill>
                </a:ln>
              </a:rPr>
              <a:t>	Node.js</a:t>
            </a:r>
            <a:br>
              <a:rPr lang="en-US" sz="3200" dirty="0">
                <a:ln w="19050">
                  <a:solidFill>
                    <a:srgbClr val="F9C2FB"/>
                  </a:solidFill>
                </a:ln>
              </a:rPr>
            </a:br>
            <a:br>
              <a:rPr lang="en-US" sz="3200" dirty="0">
                <a:ln w="19050">
                  <a:solidFill>
                    <a:srgbClr val="F9C2FB"/>
                  </a:solidFill>
                </a:ln>
              </a:rPr>
            </a:br>
            <a:endParaRPr lang="en-US" sz="3200" dirty="0">
              <a:ln w="19050">
                <a:solidFill>
                  <a:srgbClr val="F9C2FB"/>
                </a:solidFill>
              </a:ln>
            </a:endParaRPr>
          </a:p>
        </p:txBody>
      </p:sp>
      <p:sp>
        <p:nvSpPr>
          <p:cNvPr id="2" name="Text Placeholder 16">
            <a:extLst>
              <a:ext uri="{FF2B5EF4-FFF2-40B4-BE49-F238E27FC236}">
                <a16:creationId xmlns:a16="http://schemas.microsoft.com/office/drawing/2014/main" id="{08555A0E-03E5-F1CC-8CF0-418A46660F02}"/>
              </a:ext>
            </a:extLst>
          </p:cNvPr>
          <p:cNvSpPr txBox="1">
            <a:spLocks/>
          </p:cNvSpPr>
          <p:nvPr/>
        </p:nvSpPr>
        <p:spPr>
          <a:xfrm>
            <a:off x="859611" y="1867233"/>
            <a:ext cx="6357978" cy="3674031"/>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solidFill>
                  <a:srgbClr val="F9C2FB"/>
                </a:solidFill>
                <a:latin typeface="Bierstadt" panose="020B0004020202020204" pitchFamily="34" charset="0"/>
              </a:rPr>
              <a:t>Founded by Ryan Dahl in 2009.</a:t>
            </a:r>
          </a:p>
          <a:p>
            <a:pPr marL="0" indent="0">
              <a:buNone/>
            </a:pPr>
            <a:br>
              <a:rPr lang="en-US" sz="1800" dirty="0">
                <a:solidFill>
                  <a:srgbClr val="F9C2FB"/>
                </a:solidFill>
                <a:latin typeface="Bierstadt" panose="020B0004020202020204" pitchFamily="34" charset="0"/>
              </a:rPr>
            </a:br>
            <a:r>
              <a:rPr lang="en-US" sz="1800" dirty="0">
                <a:solidFill>
                  <a:srgbClr val="F9C2FB"/>
                </a:solidFill>
                <a:latin typeface="Bierstadt" panose="020B0004020202020204" pitchFamily="34" charset="0"/>
              </a:rPr>
              <a:t>He wanted to achieve greater concurrency at a lower cost than what other programming languages had achieved at the time.</a:t>
            </a:r>
          </a:p>
          <a:p>
            <a:pPr marL="0" indent="0">
              <a:buNone/>
            </a:pPr>
            <a:endParaRPr lang="en-US" sz="1800" dirty="0">
              <a:solidFill>
                <a:srgbClr val="F9C2FB"/>
              </a:solidFill>
              <a:latin typeface="Bierstadt" panose="020B0004020202020204" pitchFamily="34" charset="0"/>
            </a:endParaRPr>
          </a:p>
          <a:p>
            <a:pPr marL="0" indent="0">
              <a:buNone/>
            </a:pPr>
            <a:r>
              <a:rPr lang="en-US" sz="1800" dirty="0">
                <a:solidFill>
                  <a:srgbClr val="F9C2FB"/>
                </a:solidFill>
                <a:latin typeface="Bierstadt" panose="020B0004020202020204" pitchFamily="34" charset="0"/>
              </a:rPr>
              <a:t>The primary role of Node.js is to provide a JavaScript runtime environment that enables developers to execute JavaScript code outside of a web browser, primarily on the server side, for building fast, efficient, and scalable network applications.</a:t>
            </a:r>
          </a:p>
          <a:p>
            <a:pPr marL="0" indent="0">
              <a:buNone/>
            </a:pPr>
            <a:br>
              <a:rPr lang="en-US" sz="1800" dirty="0">
                <a:solidFill>
                  <a:srgbClr val="F9C2FB"/>
                </a:solidFill>
                <a:latin typeface="Bierstadt" panose="020B0004020202020204" pitchFamily="34" charset="0"/>
              </a:rPr>
            </a:br>
            <a:r>
              <a:rPr lang="en-US" sz="1800" dirty="0">
                <a:solidFill>
                  <a:srgbClr val="F9C2FB"/>
                </a:solidFill>
                <a:latin typeface="Bierstadt" panose="020B0004020202020204" pitchFamily="34" charset="0"/>
              </a:rPr>
              <a:t>Traditionally, JavaScript was limited to client-side scripting, however, Node.js extends its capabilities to server-side development, allowing for full-stack programming within a single language. </a:t>
            </a:r>
          </a:p>
        </p:txBody>
      </p:sp>
    </p:spTree>
    <p:extLst>
      <p:ext uri="{BB962C8B-B14F-4D97-AF65-F5344CB8AC3E}">
        <p14:creationId xmlns:p14="http://schemas.microsoft.com/office/powerpoint/2010/main" val="412266708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Effect transition="in" filter="fade">
                                      <p:cBhvr>
                                        <p:cTn id="11" dur="1000"/>
                                        <p:tgtEl>
                                          <p:spTgt spid="2">
                                            <p:txEl>
                                              <p:pRg st="1" end="1"/>
                                            </p:txEl>
                                          </p:spTgt>
                                        </p:tgtEl>
                                      </p:cBhvr>
                                    </p:animEffect>
                                  </p:childTnLst>
                                </p:cTn>
                              </p:par>
                            </p:childTnLst>
                          </p:cTn>
                        </p:par>
                        <p:par>
                          <p:cTn id="12" fill="hold">
                            <p:stCondLst>
                              <p:cond delay="2000"/>
                            </p:stCondLst>
                            <p:childTnLst>
                              <p:par>
                                <p:cTn id="13" presetID="10" presetClass="entr" presetSubtype="0" fill="hold" grpId="0" nodeType="after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animEffect transition="in" filter="fade">
                                      <p:cBhvr>
                                        <p:cTn id="15" dur="1000"/>
                                        <p:tgtEl>
                                          <p:spTgt spid="2">
                                            <p:txEl>
                                              <p:pRg st="3" end="3"/>
                                            </p:txEl>
                                          </p:spTgt>
                                        </p:tgtEl>
                                      </p:cBhvr>
                                    </p:animEffect>
                                  </p:childTnLst>
                                </p:cTn>
                              </p:par>
                            </p:childTnLst>
                          </p:cTn>
                        </p:par>
                        <p:par>
                          <p:cTn id="16" fill="hold">
                            <p:stCondLst>
                              <p:cond delay="3000"/>
                            </p:stCondLst>
                            <p:childTnLst>
                              <p:par>
                                <p:cTn id="17" presetID="10" presetClass="entr" presetSubtype="0" fill="hold" grpId="0" nodeType="after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Effect transition="in" filter="fade">
                                      <p:cBhvr>
                                        <p:cTn id="19" dur="10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BE9939B-FA21-4FA1-A5DB-10BED2CBB0F7}"/>
              </a:ext>
            </a:extLst>
          </p:cNvPr>
          <p:cNvSpPr>
            <a:spLocks noGrp="1"/>
          </p:cNvSpPr>
          <p:nvPr>
            <p:ph type="body" sz="quarter" idx="14"/>
          </p:nvPr>
        </p:nvSpPr>
        <p:spPr>
          <a:xfrm>
            <a:off x="369936" y="2579828"/>
            <a:ext cx="3679725" cy="991689"/>
          </a:xfrm>
        </p:spPr>
        <p:txBody>
          <a:bodyPr>
            <a:normAutofit/>
          </a:bodyPr>
          <a:lstStyle/>
          <a:p>
            <a:pPr algn="ctr"/>
            <a:r>
              <a:rPr lang="en-US" sz="2400" dirty="0">
                <a:solidFill>
                  <a:srgbClr val="F9C2FB"/>
                </a:solidFill>
              </a:rPr>
              <a:t>Asynchronous architecture</a:t>
            </a:r>
          </a:p>
        </p:txBody>
      </p:sp>
      <p:sp>
        <p:nvSpPr>
          <p:cNvPr id="5" name="Text Placeholder 4">
            <a:extLst>
              <a:ext uri="{FF2B5EF4-FFF2-40B4-BE49-F238E27FC236}">
                <a16:creationId xmlns:a16="http://schemas.microsoft.com/office/drawing/2014/main" id="{1622F212-1398-4A65-88AF-8CF7AA202C16}"/>
              </a:ext>
            </a:extLst>
          </p:cNvPr>
          <p:cNvSpPr>
            <a:spLocks noGrp="1"/>
          </p:cNvSpPr>
          <p:nvPr>
            <p:ph type="body" sz="quarter" idx="20"/>
          </p:nvPr>
        </p:nvSpPr>
        <p:spPr>
          <a:xfrm>
            <a:off x="691859" y="4272648"/>
            <a:ext cx="3035881" cy="1485635"/>
          </a:xfrm>
        </p:spPr>
        <p:txBody>
          <a:bodyPr>
            <a:normAutofit fontScale="92500" lnSpcReduction="10000"/>
          </a:bodyPr>
          <a:lstStyle/>
          <a:p>
            <a:pPr algn="ctr"/>
            <a:r>
              <a:rPr lang="en-IE" dirty="0">
                <a:solidFill>
                  <a:srgbClr val="F9C2FB"/>
                </a:solidFill>
              </a:rPr>
              <a:t>Allows the server to process multiple client requests simultaneously without waiting for any single process to complete</a:t>
            </a:r>
            <a:endParaRPr lang="en-US" dirty="0">
              <a:solidFill>
                <a:srgbClr val="F9C2FB"/>
              </a:solidFill>
            </a:endParaRPr>
          </a:p>
        </p:txBody>
      </p:sp>
      <p:sp>
        <p:nvSpPr>
          <p:cNvPr id="8" name="Text Placeholder 7">
            <a:extLst>
              <a:ext uri="{FF2B5EF4-FFF2-40B4-BE49-F238E27FC236}">
                <a16:creationId xmlns:a16="http://schemas.microsoft.com/office/drawing/2014/main" id="{1D0370D4-F190-42D8-9B6E-CD2F019E9759}"/>
              </a:ext>
            </a:extLst>
          </p:cNvPr>
          <p:cNvSpPr>
            <a:spLocks noGrp="1"/>
          </p:cNvSpPr>
          <p:nvPr>
            <p:ph type="body" sz="quarter" idx="24"/>
          </p:nvPr>
        </p:nvSpPr>
        <p:spPr>
          <a:xfrm>
            <a:off x="4749436" y="2579828"/>
            <a:ext cx="2693128" cy="991689"/>
          </a:xfrm>
        </p:spPr>
        <p:txBody>
          <a:bodyPr>
            <a:normAutofit/>
          </a:bodyPr>
          <a:lstStyle/>
          <a:p>
            <a:pPr algn="ctr"/>
            <a:r>
              <a:rPr lang="en-US" sz="2400" dirty="0">
                <a:solidFill>
                  <a:srgbClr val="F9C2FB"/>
                </a:solidFill>
              </a:rPr>
              <a:t>Single threaded</a:t>
            </a:r>
          </a:p>
        </p:txBody>
      </p:sp>
      <p:sp>
        <p:nvSpPr>
          <p:cNvPr id="6" name="Text Placeholder 5">
            <a:extLst>
              <a:ext uri="{FF2B5EF4-FFF2-40B4-BE49-F238E27FC236}">
                <a16:creationId xmlns:a16="http://schemas.microsoft.com/office/drawing/2014/main" id="{DB6DFCE7-1E3B-4E8A-8EE5-65C858B45D3D}"/>
              </a:ext>
            </a:extLst>
          </p:cNvPr>
          <p:cNvSpPr>
            <a:spLocks noGrp="1"/>
          </p:cNvSpPr>
          <p:nvPr>
            <p:ph type="body" sz="quarter" idx="21"/>
          </p:nvPr>
        </p:nvSpPr>
        <p:spPr>
          <a:xfrm>
            <a:off x="4407605" y="4278093"/>
            <a:ext cx="3486149" cy="1485635"/>
          </a:xfrm>
        </p:spPr>
        <p:txBody>
          <a:bodyPr>
            <a:noAutofit/>
          </a:bodyPr>
          <a:lstStyle/>
          <a:p>
            <a:pPr algn="ctr"/>
            <a:r>
              <a:rPr lang="en-IE" sz="1300" dirty="0">
                <a:solidFill>
                  <a:srgbClr val="F9C2FB"/>
                </a:solidFill>
              </a:rPr>
              <a:t>Although Node.js operates on a single thread, it efficiently manages numerous operations through the event loop mechanism, delegating heavy or blocking tasks to background workers. </a:t>
            </a:r>
            <a:r>
              <a:rPr lang="en-ZA" sz="1300" dirty="0">
                <a:solidFill>
                  <a:srgbClr val="F9C2FB"/>
                </a:solidFill>
              </a:rPr>
              <a:t>​</a:t>
            </a:r>
          </a:p>
        </p:txBody>
      </p:sp>
      <p:sp>
        <p:nvSpPr>
          <p:cNvPr id="9" name="Text Placeholder 8">
            <a:extLst>
              <a:ext uri="{FF2B5EF4-FFF2-40B4-BE49-F238E27FC236}">
                <a16:creationId xmlns:a16="http://schemas.microsoft.com/office/drawing/2014/main" id="{54617D84-E4AF-4684-828C-7122D1E9D012}"/>
              </a:ext>
            </a:extLst>
          </p:cNvPr>
          <p:cNvSpPr>
            <a:spLocks noGrp="1"/>
          </p:cNvSpPr>
          <p:nvPr>
            <p:ph type="body" sz="quarter" idx="25"/>
          </p:nvPr>
        </p:nvSpPr>
        <p:spPr>
          <a:xfrm>
            <a:off x="8629576" y="2579828"/>
            <a:ext cx="2693128" cy="991689"/>
          </a:xfrm>
        </p:spPr>
        <p:txBody>
          <a:bodyPr>
            <a:normAutofit/>
          </a:bodyPr>
          <a:lstStyle/>
          <a:p>
            <a:pPr algn="ctr"/>
            <a:r>
              <a:rPr lang="en-US" sz="2400" dirty="0">
                <a:solidFill>
                  <a:srgbClr val="F9C2FB"/>
                </a:solidFill>
              </a:rPr>
              <a:t>Modular structure</a:t>
            </a:r>
          </a:p>
        </p:txBody>
      </p:sp>
      <p:sp>
        <p:nvSpPr>
          <p:cNvPr id="7" name="Text Placeholder 6">
            <a:extLst>
              <a:ext uri="{FF2B5EF4-FFF2-40B4-BE49-F238E27FC236}">
                <a16:creationId xmlns:a16="http://schemas.microsoft.com/office/drawing/2014/main" id="{96A87E01-FC7F-44D2-A33A-093F69E616A1}"/>
              </a:ext>
            </a:extLst>
          </p:cNvPr>
          <p:cNvSpPr>
            <a:spLocks noGrp="1"/>
          </p:cNvSpPr>
          <p:nvPr>
            <p:ph type="body" sz="quarter" idx="23"/>
          </p:nvPr>
        </p:nvSpPr>
        <p:spPr>
          <a:xfrm>
            <a:off x="8464260" y="4272646"/>
            <a:ext cx="3023761" cy="1485635"/>
          </a:xfrm>
        </p:spPr>
        <p:txBody>
          <a:bodyPr>
            <a:normAutofit fontScale="92500" lnSpcReduction="10000"/>
          </a:bodyPr>
          <a:lstStyle/>
          <a:p>
            <a:pPr algn="ctr"/>
            <a:r>
              <a:rPr lang="en-IE" dirty="0">
                <a:solidFill>
                  <a:srgbClr val="F9C2FB"/>
                </a:solidFill>
              </a:rPr>
              <a:t>Developers can utilize millions of prebuilt modules and tools to simplify and accelerate application development. </a:t>
            </a:r>
            <a:r>
              <a:rPr lang="en-ZA" dirty="0">
                <a:solidFill>
                  <a:srgbClr val="F9C2FB"/>
                </a:solidFill>
              </a:rPr>
              <a:t>​</a:t>
            </a:r>
          </a:p>
          <a:p>
            <a:pPr algn="ctr"/>
            <a:r>
              <a:rPr lang="en-US" dirty="0"/>
              <a:t>​</a:t>
            </a:r>
          </a:p>
        </p:txBody>
      </p:sp>
      <p:sp>
        <p:nvSpPr>
          <p:cNvPr id="11" name="Date Placeholder 10">
            <a:extLst>
              <a:ext uri="{FF2B5EF4-FFF2-40B4-BE49-F238E27FC236}">
                <a16:creationId xmlns:a16="http://schemas.microsoft.com/office/drawing/2014/main" id="{7032CAE6-162A-406E-ADF7-B962187DD4EB}"/>
              </a:ext>
            </a:extLst>
          </p:cNvPr>
          <p:cNvSpPr>
            <a:spLocks noGrp="1"/>
          </p:cNvSpPr>
          <p:nvPr>
            <p:ph type="dt" sz="half" idx="10"/>
          </p:nvPr>
        </p:nvSpPr>
        <p:spPr>
          <a:xfrm>
            <a:off x="838200" y="6356350"/>
            <a:ext cx="2743200" cy="365125"/>
          </a:xfrm>
        </p:spPr>
        <p:txBody>
          <a:bodyPr/>
          <a:lstStyle/>
          <a:p>
            <a:r>
              <a:rPr lang="en-US" dirty="0"/>
              <a:t>10/11/2025</a:t>
            </a:r>
          </a:p>
        </p:txBody>
      </p:sp>
      <p:sp>
        <p:nvSpPr>
          <p:cNvPr id="12" name="Footer Placeholder 11">
            <a:extLst>
              <a:ext uri="{FF2B5EF4-FFF2-40B4-BE49-F238E27FC236}">
                <a16:creationId xmlns:a16="http://schemas.microsoft.com/office/drawing/2014/main" id="{BCE635D0-1405-4769-AE67-756AE3CA6E85}"/>
              </a:ext>
            </a:extLst>
          </p:cNvPr>
          <p:cNvSpPr>
            <a:spLocks noGrp="1"/>
          </p:cNvSpPr>
          <p:nvPr>
            <p:ph type="ftr" sz="quarter" idx="11"/>
          </p:nvPr>
        </p:nvSpPr>
        <p:spPr>
          <a:xfrm>
            <a:off x="4038600" y="6356350"/>
            <a:ext cx="4114800" cy="365125"/>
          </a:xfrm>
        </p:spPr>
        <p:txBody>
          <a:bodyPr/>
          <a:lstStyle/>
          <a:p>
            <a:r>
              <a:rPr lang="en-US" dirty="0"/>
              <a:t>Isabelle Lynch</a:t>
            </a:r>
          </a:p>
        </p:txBody>
      </p:sp>
      <p:sp>
        <p:nvSpPr>
          <p:cNvPr id="13" name="Slide Number Placeholder 12">
            <a:extLst>
              <a:ext uri="{FF2B5EF4-FFF2-40B4-BE49-F238E27FC236}">
                <a16:creationId xmlns:a16="http://schemas.microsoft.com/office/drawing/2014/main" id="{0CCE5032-D1E3-4E38-B2FF-0C381B149812}"/>
              </a:ext>
            </a:extLst>
          </p:cNvPr>
          <p:cNvSpPr>
            <a:spLocks noGrp="1"/>
          </p:cNvSpPr>
          <p:nvPr>
            <p:ph type="sldNum" sz="quarter" idx="12"/>
          </p:nvPr>
        </p:nvSpPr>
        <p:spPr>
          <a:xfrm>
            <a:off x="8610600" y="6356350"/>
            <a:ext cx="2743200" cy="365125"/>
          </a:xfrm>
        </p:spPr>
        <p:txBody>
          <a:bodyPr/>
          <a:lstStyle/>
          <a:p>
            <a:fld id="{A402E4C0-AD5E-4E8C-9F21-7CCE474BDCEB}" type="slidenum">
              <a:rPr lang="en-US" smtClean="0"/>
              <a:pPr/>
              <a:t>5</a:t>
            </a:fld>
            <a:endParaRPr lang="en-US" dirty="0"/>
          </a:p>
        </p:txBody>
      </p:sp>
      <p:cxnSp>
        <p:nvCxnSpPr>
          <p:cNvPr id="17" name="Straight Connector 16">
            <a:extLst>
              <a:ext uri="{FF2B5EF4-FFF2-40B4-BE49-F238E27FC236}">
                <a16:creationId xmlns:a16="http://schemas.microsoft.com/office/drawing/2014/main" id="{1CD0A0F6-124E-B089-60FA-ABC3FEFB2618}"/>
              </a:ext>
            </a:extLst>
          </p:cNvPr>
          <p:cNvCxnSpPr>
            <a:cxnSpLocks/>
          </p:cNvCxnSpPr>
          <p:nvPr/>
        </p:nvCxnSpPr>
        <p:spPr>
          <a:xfrm>
            <a:off x="838200" y="3943349"/>
            <a:ext cx="2889540" cy="0"/>
          </a:xfrm>
          <a:prstGeom prst="line">
            <a:avLst/>
          </a:prstGeom>
          <a:ln w="25400">
            <a:solidFill>
              <a:srgbClr val="F9C2FB"/>
            </a:solidFill>
          </a:ln>
        </p:spPr>
        <p:style>
          <a:lnRef idx="1">
            <a:schemeClr val="accent4"/>
          </a:lnRef>
          <a:fillRef idx="0">
            <a:schemeClr val="accent4"/>
          </a:fillRef>
          <a:effectRef idx="0">
            <a:schemeClr val="accent4"/>
          </a:effectRef>
          <a:fontRef idx="minor">
            <a:schemeClr val="tx1"/>
          </a:fontRef>
        </p:style>
      </p:cxnSp>
      <p:cxnSp>
        <p:nvCxnSpPr>
          <p:cNvPr id="21" name="Straight Connector 20">
            <a:extLst>
              <a:ext uri="{FF2B5EF4-FFF2-40B4-BE49-F238E27FC236}">
                <a16:creationId xmlns:a16="http://schemas.microsoft.com/office/drawing/2014/main" id="{B0CDF501-5351-C2A0-1B3A-F67CB79C2829}"/>
              </a:ext>
            </a:extLst>
          </p:cNvPr>
          <p:cNvCxnSpPr>
            <a:cxnSpLocks/>
          </p:cNvCxnSpPr>
          <p:nvPr/>
        </p:nvCxnSpPr>
        <p:spPr>
          <a:xfrm>
            <a:off x="4708380" y="3943349"/>
            <a:ext cx="2889540" cy="0"/>
          </a:xfrm>
          <a:prstGeom prst="line">
            <a:avLst/>
          </a:prstGeom>
          <a:ln w="25400">
            <a:solidFill>
              <a:srgbClr val="F9C2FB"/>
            </a:solidFill>
          </a:ln>
        </p:spPr>
        <p:style>
          <a:lnRef idx="1">
            <a:schemeClr val="accent4"/>
          </a:lnRef>
          <a:fillRef idx="0">
            <a:schemeClr val="accent4"/>
          </a:fillRef>
          <a:effectRef idx="0">
            <a:schemeClr val="accent4"/>
          </a:effectRef>
          <a:fontRef idx="minor">
            <a:schemeClr val="tx1"/>
          </a:fontRef>
        </p:style>
      </p:cxnSp>
      <p:cxnSp>
        <p:nvCxnSpPr>
          <p:cNvPr id="22" name="Straight Connector 21">
            <a:extLst>
              <a:ext uri="{FF2B5EF4-FFF2-40B4-BE49-F238E27FC236}">
                <a16:creationId xmlns:a16="http://schemas.microsoft.com/office/drawing/2014/main" id="{308D9B84-7E53-152E-BF3B-277A93A7BEF9}"/>
              </a:ext>
            </a:extLst>
          </p:cNvPr>
          <p:cNvCxnSpPr>
            <a:cxnSpLocks/>
          </p:cNvCxnSpPr>
          <p:nvPr/>
        </p:nvCxnSpPr>
        <p:spPr>
          <a:xfrm>
            <a:off x="8574237" y="3943349"/>
            <a:ext cx="2889540" cy="0"/>
          </a:xfrm>
          <a:prstGeom prst="line">
            <a:avLst/>
          </a:prstGeom>
          <a:ln w="25400">
            <a:solidFill>
              <a:srgbClr val="F9C2FB"/>
            </a:solidFill>
          </a:ln>
        </p:spPr>
        <p:style>
          <a:lnRef idx="1">
            <a:schemeClr val="accent4"/>
          </a:lnRef>
          <a:fillRef idx="0">
            <a:schemeClr val="accent4"/>
          </a:fillRef>
          <a:effectRef idx="0">
            <a:schemeClr val="accent4"/>
          </a:effectRef>
          <a:fontRef idx="minor">
            <a:schemeClr val="tx1"/>
          </a:fontRef>
        </p:style>
      </p:cxnSp>
      <p:cxnSp>
        <p:nvCxnSpPr>
          <p:cNvPr id="23" name="Straight Connector 22">
            <a:extLst>
              <a:ext uri="{FF2B5EF4-FFF2-40B4-BE49-F238E27FC236}">
                <a16:creationId xmlns:a16="http://schemas.microsoft.com/office/drawing/2014/main" id="{EA068770-44F9-131C-5C3E-8B8BB03BCA10}"/>
              </a:ext>
            </a:extLst>
          </p:cNvPr>
          <p:cNvCxnSpPr>
            <a:cxnSpLocks/>
          </p:cNvCxnSpPr>
          <p:nvPr/>
        </p:nvCxnSpPr>
        <p:spPr>
          <a:xfrm>
            <a:off x="4648800" y="1597500"/>
            <a:ext cx="2889540" cy="0"/>
          </a:xfrm>
          <a:prstGeom prst="line">
            <a:avLst/>
          </a:prstGeom>
          <a:ln w="25400">
            <a:solidFill>
              <a:srgbClr val="F9C2FB"/>
            </a:solidFill>
          </a:ln>
        </p:spPr>
        <p:style>
          <a:lnRef idx="1">
            <a:schemeClr val="accent4"/>
          </a:lnRef>
          <a:fillRef idx="0">
            <a:schemeClr val="accent4"/>
          </a:fillRef>
          <a:effectRef idx="0">
            <a:schemeClr val="accent4"/>
          </a:effectRef>
          <a:fontRef idx="minor">
            <a:schemeClr val="tx1"/>
          </a:fontRef>
        </p:style>
      </p:cxnSp>
      <p:sp>
        <p:nvSpPr>
          <p:cNvPr id="26" name="Title 14">
            <a:extLst>
              <a:ext uri="{FF2B5EF4-FFF2-40B4-BE49-F238E27FC236}">
                <a16:creationId xmlns:a16="http://schemas.microsoft.com/office/drawing/2014/main" id="{FFEE63F7-3357-969D-04C4-9316AE665A18}"/>
              </a:ext>
            </a:extLst>
          </p:cNvPr>
          <p:cNvSpPr>
            <a:spLocks noGrp="1"/>
          </p:cNvSpPr>
          <p:nvPr>
            <p:ph type="title"/>
          </p:nvPr>
        </p:nvSpPr>
        <p:spPr>
          <a:xfrm>
            <a:off x="3667683" y="929300"/>
            <a:ext cx="4856634" cy="466344"/>
          </a:xfrm>
        </p:spPr>
        <p:txBody>
          <a:bodyPr>
            <a:normAutofit fontScale="90000"/>
          </a:bodyPr>
          <a:lstStyle/>
          <a:p>
            <a:pPr algn="ctr"/>
            <a:r>
              <a:rPr lang="en-IE" sz="3600" dirty="0">
                <a:ln w="19050">
                  <a:solidFill>
                    <a:srgbClr val="F9C2FB"/>
                  </a:solidFill>
                </a:ln>
              </a:rPr>
              <a:t>features</a:t>
            </a:r>
          </a:p>
        </p:txBody>
      </p:sp>
    </p:spTree>
    <p:extLst>
      <p:ext uri="{BB962C8B-B14F-4D97-AF65-F5344CB8AC3E}">
        <p14:creationId xmlns:p14="http://schemas.microsoft.com/office/powerpoint/2010/main" val="309442514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1000"/>
                                        <p:tgtEl>
                                          <p:spTgt spid="5">
                                            <p:txEl>
                                              <p:pRg st="0" end="0"/>
                                            </p:txEl>
                                          </p:spTgt>
                                        </p:tgtEl>
                                      </p:cBhvr>
                                    </p:animEffect>
                                    <p:anim calcmode="lin" valueType="num">
                                      <p:cBhvr>
                                        <p:cTn id="13"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42" presetClass="entr" presetSubtype="0" fill="hold" grpId="0" nodeType="afterEffect">
                                  <p:stCondLst>
                                    <p:cond delay="0"/>
                                  </p:stCondLst>
                                  <p:childTnLst>
                                    <p:set>
                                      <p:cBhvr>
                                        <p:cTn id="17" dur="1" fill="hold">
                                          <p:stCondLst>
                                            <p:cond delay="0"/>
                                          </p:stCondLst>
                                        </p:cTn>
                                        <p:tgtEl>
                                          <p:spTgt spid="8">
                                            <p:txEl>
                                              <p:pRg st="0" end="0"/>
                                            </p:txEl>
                                          </p:spTgt>
                                        </p:tgtEl>
                                        <p:attrNameLst>
                                          <p:attrName>style.visibility</p:attrName>
                                        </p:attrNameLst>
                                      </p:cBhvr>
                                      <p:to>
                                        <p:strVal val="visible"/>
                                      </p:to>
                                    </p:set>
                                    <p:animEffect transition="in" filter="fade">
                                      <p:cBhvr>
                                        <p:cTn id="18" dur="1000"/>
                                        <p:tgtEl>
                                          <p:spTgt spid="8">
                                            <p:txEl>
                                              <p:pRg st="0" end="0"/>
                                            </p:txEl>
                                          </p:spTgt>
                                        </p:tgtEl>
                                      </p:cBhvr>
                                    </p:animEffect>
                                    <p:anim calcmode="lin" valueType="num">
                                      <p:cBhvr>
                                        <p:cTn id="19"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20" dur="1000" fill="hold"/>
                                        <p:tgtEl>
                                          <p:spTgt spid="8">
                                            <p:txEl>
                                              <p:pRg st="0" end="0"/>
                                            </p:txEl>
                                          </p:spTgt>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6">
                                            <p:txEl>
                                              <p:pRg st="0" end="0"/>
                                            </p:txEl>
                                          </p:spTgt>
                                        </p:tgtEl>
                                        <p:attrNameLst>
                                          <p:attrName>style.visibility</p:attrName>
                                        </p:attrNameLst>
                                      </p:cBhvr>
                                      <p:to>
                                        <p:strVal val="visible"/>
                                      </p:to>
                                    </p:set>
                                    <p:animEffect transition="in" filter="fade">
                                      <p:cBhvr>
                                        <p:cTn id="23" dur="1000"/>
                                        <p:tgtEl>
                                          <p:spTgt spid="6">
                                            <p:txEl>
                                              <p:pRg st="0" end="0"/>
                                            </p:txEl>
                                          </p:spTgt>
                                        </p:tgtEl>
                                      </p:cBhvr>
                                    </p:animEffect>
                                    <p:anim calcmode="lin" valueType="num">
                                      <p:cBhvr>
                                        <p:cTn id="24"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25"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par>
                          <p:cTn id="26" fill="hold">
                            <p:stCondLst>
                              <p:cond delay="2000"/>
                            </p:stCondLst>
                            <p:childTnLst>
                              <p:par>
                                <p:cTn id="27" presetID="42" presetClass="entr" presetSubtype="0" fill="hold" grpId="0" nodeType="afterEffect">
                                  <p:stCondLst>
                                    <p:cond delay="0"/>
                                  </p:stCondLst>
                                  <p:childTnLst>
                                    <p:set>
                                      <p:cBhvr>
                                        <p:cTn id="28" dur="1" fill="hold">
                                          <p:stCondLst>
                                            <p:cond delay="0"/>
                                          </p:stCondLst>
                                        </p:cTn>
                                        <p:tgtEl>
                                          <p:spTgt spid="9">
                                            <p:txEl>
                                              <p:pRg st="0" end="0"/>
                                            </p:txEl>
                                          </p:spTgt>
                                        </p:tgtEl>
                                        <p:attrNameLst>
                                          <p:attrName>style.visibility</p:attrName>
                                        </p:attrNameLst>
                                      </p:cBhvr>
                                      <p:to>
                                        <p:strVal val="visible"/>
                                      </p:to>
                                    </p:set>
                                    <p:animEffect transition="in" filter="fade">
                                      <p:cBhvr>
                                        <p:cTn id="29" dur="1000"/>
                                        <p:tgtEl>
                                          <p:spTgt spid="9">
                                            <p:txEl>
                                              <p:pRg st="0" end="0"/>
                                            </p:txEl>
                                          </p:spTgt>
                                        </p:tgtEl>
                                      </p:cBhvr>
                                    </p:animEffect>
                                    <p:anim calcmode="lin" valueType="num">
                                      <p:cBhvr>
                                        <p:cTn id="30"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31" dur="1000" fill="hold"/>
                                        <p:tgtEl>
                                          <p:spTgt spid="9">
                                            <p:txEl>
                                              <p:pRg st="0" end="0"/>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xEl>
                                              <p:pRg st="0" end="0"/>
                                            </p:txEl>
                                          </p:spTgt>
                                        </p:tgtEl>
                                        <p:attrNameLst>
                                          <p:attrName>style.visibility</p:attrName>
                                        </p:attrNameLst>
                                      </p:cBhvr>
                                      <p:to>
                                        <p:strVal val="visible"/>
                                      </p:to>
                                    </p:set>
                                    <p:animEffect transition="in" filter="fade">
                                      <p:cBhvr>
                                        <p:cTn id="34" dur="1000"/>
                                        <p:tgtEl>
                                          <p:spTgt spid="7">
                                            <p:txEl>
                                              <p:pRg st="0" end="0"/>
                                            </p:txEl>
                                          </p:spTgt>
                                        </p:tgtEl>
                                      </p:cBhvr>
                                    </p:animEffect>
                                    <p:anim calcmode="lin" valueType="num">
                                      <p:cBhvr>
                                        <p:cTn id="3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build="p"/>
      <p:bldP spid="8" grpId="0" build="p"/>
      <p:bldP spid="6" grpId="0" build="p"/>
      <p:bldP spid="9" grpId="0" build="p"/>
      <p:bldP spid="7"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F5B7C6-C4BB-E8C1-E8CE-F1286B2D13C4}"/>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A969A033-2A73-7B32-0C9F-74CD41B40D83}"/>
              </a:ext>
            </a:extLst>
          </p:cNvPr>
          <p:cNvSpPr>
            <a:spLocks noGrp="1"/>
          </p:cNvSpPr>
          <p:nvPr>
            <p:ph type="dt" sz="half" idx="10"/>
          </p:nvPr>
        </p:nvSpPr>
        <p:spPr>
          <a:xfrm>
            <a:off x="838200" y="6356350"/>
            <a:ext cx="2743200" cy="365125"/>
          </a:xfrm>
        </p:spPr>
        <p:txBody>
          <a:bodyPr/>
          <a:lstStyle/>
          <a:p>
            <a:r>
              <a:rPr lang="en-US" dirty="0"/>
              <a:t>10/11/2025</a:t>
            </a:r>
          </a:p>
        </p:txBody>
      </p:sp>
      <p:sp>
        <p:nvSpPr>
          <p:cNvPr id="4" name="Footer Placeholder 3">
            <a:extLst>
              <a:ext uri="{FF2B5EF4-FFF2-40B4-BE49-F238E27FC236}">
                <a16:creationId xmlns:a16="http://schemas.microsoft.com/office/drawing/2014/main" id="{AE6F4201-1148-0947-122C-9CD54838131A}"/>
              </a:ext>
            </a:extLst>
          </p:cNvPr>
          <p:cNvSpPr>
            <a:spLocks noGrp="1"/>
          </p:cNvSpPr>
          <p:nvPr>
            <p:ph type="ftr" sz="quarter" idx="11"/>
          </p:nvPr>
        </p:nvSpPr>
        <p:spPr>
          <a:xfrm>
            <a:off x="4038600" y="6356350"/>
            <a:ext cx="4114800" cy="365125"/>
          </a:xfrm>
        </p:spPr>
        <p:txBody>
          <a:bodyPr/>
          <a:lstStyle/>
          <a:p>
            <a:r>
              <a:rPr lang="en-US" dirty="0"/>
              <a:t>Isabelle Lynch</a:t>
            </a:r>
          </a:p>
        </p:txBody>
      </p:sp>
      <p:sp>
        <p:nvSpPr>
          <p:cNvPr id="5" name="Slide Number Placeholder 4">
            <a:extLst>
              <a:ext uri="{FF2B5EF4-FFF2-40B4-BE49-F238E27FC236}">
                <a16:creationId xmlns:a16="http://schemas.microsoft.com/office/drawing/2014/main" id="{4DF741B4-FB90-F9FC-7930-8DB0E4726526}"/>
              </a:ext>
            </a:extLst>
          </p:cNvPr>
          <p:cNvSpPr>
            <a:spLocks noGrp="1"/>
          </p:cNvSpPr>
          <p:nvPr>
            <p:ph type="sldNum" sz="quarter" idx="12"/>
          </p:nvPr>
        </p:nvSpPr>
        <p:spPr>
          <a:xfrm>
            <a:off x="8610600" y="6356350"/>
            <a:ext cx="2743200" cy="365125"/>
          </a:xfrm>
        </p:spPr>
        <p:txBody>
          <a:bodyPr/>
          <a:lstStyle/>
          <a:p>
            <a:fld id="{A402E4C0-AD5E-4E8C-9F21-7CCE474BDCEB}" type="slidenum">
              <a:rPr lang="en-US" smtClean="0"/>
              <a:pPr/>
              <a:t>6</a:t>
            </a:fld>
            <a:endParaRPr lang="en-US" dirty="0"/>
          </a:p>
        </p:txBody>
      </p:sp>
      <p:sp>
        <p:nvSpPr>
          <p:cNvPr id="2" name="Text Placeholder 7">
            <a:extLst>
              <a:ext uri="{FF2B5EF4-FFF2-40B4-BE49-F238E27FC236}">
                <a16:creationId xmlns:a16="http://schemas.microsoft.com/office/drawing/2014/main" id="{42EAB7F5-5325-CCAA-C1C8-8D25D2B0AC8D}"/>
              </a:ext>
            </a:extLst>
          </p:cNvPr>
          <p:cNvSpPr txBox="1">
            <a:spLocks/>
          </p:cNvSpPr>
          <p:nvPr/>
        </p:nvSpPr>
        <p:spPr>
          <a:xfrm>
            <a:off x="1479851" y="2657117"/>
            <a:ext cx="3481837" cy="991689"/>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cap="all" spc="200" baseline="0">
                <a:solidFill>
                  <a:schemeClr val="accent5"/>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2400" dirty="0">
                <a:solidFill>
                  <a:srgbClr val="F9C2FB"/>
                </a:solidFill>
              </a:rPr>
              <a:t>CROSS-PLATFORM</a:t>
            </a:r>
          </a:p>
          <a:p>
            <a:pPr algn="ctr"/>
            <a:r>
              <a:rPr lang="en-US" sz="2400" dirty="0">
                <a:solidFill>
                  <a:srgbClr val="F9C2FB"/>
                </a:solidFill>
              </a:rPr>
              <a:t>COMPATIBILITY</a:t>
            </a:r>
          </a:p>
        </p:txBody>
      </p:sp>
      <p:sp>
        <p:nvSpPr>
          <p:cNvPr id="6" name="Text Placeholder 5">
            <a:extLst>
              <a:ext uri="{FF2B5EF4-FFF2-40B4-BE49-F238E27FC236}">
                <a16:creationId xmlns:a16="http://schemas.microsoft.com/office/drawing/2014/main" id="{74FBB430-922A-E6E4-152E-8F0726158B44}"/>
              </a:ext>
            </a:extLst>
          </p:cNvPr>
          <p:cNvSpPr txBox="1">
            <a:spLocks/>
          </p:cNvSpPr>
          <p:nvPr/>
        </p:nvSpPr>
        <p:spPr>
          <a:xfrm>
            <a:off x="1702830" y="4037867"/>
            <a:ext cx="3035880" cy="198193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50000"/>
              </a:lnSpc>
              <a:spcBef>
                <a:spcPts val="0"/>
              </a:spcBef>
              <a:spcAft>
                <a:spcPts val="0"/>
              </a:spcAft>
              <a:buClr>
                <a:srgbClr val="02DCFA"/>
              </a:buClr>
              <a:buSzTx/>
              <a:buFont typeface="Courier New" panose="02070309020205020404" pitchFamily="49" charset="0"/>
              <a:buNone/>
              <a:tabLst/>
              <a:defRPr/>
            </a:pPr>
            <a:r>
              <a:rPr lang="en-US" sz="1300" spc="100" dirty="0">
                <a:solidFill>
                  <a:srgbClr val="F9C2FB"/>
                </a:solidFill>
                <a:latin typeface="Bierstadt"/>
              </a:rPr>
              <a:t>Code </a:t>
            </a:r>
            <a:r>
              <a:rPr kumimoji="0" lang="en-US" sz="1300" b="0" i="0" u="none" strike="noStrike" kern="1200" cap="none" spc="100" normalizeH="0" baseline="0" noProof="0" dirty="0">
                <a:ln>
                  <a:noFill/>
                </a:ln>
                <a:solidFill>
                  <a:srgbClr val="F9C2FB"/>
                </a:solidFill>
                <a:effectLst/>
                <a:uLnTx/>
                <a:uFillTx/>
                <a:latin typeface="Bierstadt"/>
                <a:ea typeface="+mn-ea"/>
                <a:cs typeface="+mn-cs"/>
              </a:rPr>
              <a:t>can be developed and executed on Windows, macOS, and Linux without modification. This simplifies deployment and ensures consistency across all operating systems </a:t>
            </a:r>
          </a:p>
        </p:txBody>
      </p:sp>
      <p:sp>
        <p:nvSpPr>
          <p:cNvPr id="7" name="Text Placeholder 8">
            <a:extLst>
              <a:ext uri="{FF2B5EF4-FFF2-40B4-BE49-F238E27FC236}">
                <a16:creationId xmlns:a16="http://schemas.microsoft.com/office/drawing/2014/main" id="{DCB8C306-2A7B-AD30-6D77-7FDB6AFEC2FB}"/>
              </a:ext>
            </a:extLst>
          </p:cNvPr>
          <p:cNvSpPr txBox="1">
            <a:spLocks/>
          </p:cNvSpPr>
          <p:nvPr/>
        </p:nvSpPr>
        <p:spPr>
          <a:xfrm>
            <a:off x="7264036" y="2657117"/>
            <a:ext cx="2693128" cy="991689"/>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solidFill>
                  <a:srgbClr val="F9C2FB"/>
                </a:solidFill>
                <a:latin typeface="+mj-lt"/>
              </a:rPr>
              <a:t>COMMUNITY SUPPORT</a:t>
            </a:r>
            <a:endParaRPr kumimoji="0" lang="en-US" sz="2400" b="0" i="0" u="none" strike="noStrike" kern="1200" cap="none" spc="0" normalizeH="0" baseline="0" noProof="0" dirty="0">
              <a:ln>
                <a:noFill/>
              </a:ln>
              <a:solidFill>
                <a:srgbClr val="F9C2FB"/>
              </a:solidFill>
              <a:effectLst/>
              <a:uLnTx/>
              <a:uFillTx/>
              <a:latin typeface="+mj-lt"/>
              <a:ea typeface="+mn-ea"/>
              <a:cs typeface="+mn-cs"/>
            </a:endParaRPr>
          </a:p>
        </p:txBody>
      </p:sp>
      <p:sp>
        <p:nvSpPr>
          <p:cNvPr id="8" name="Text Placeholder 6">
            <a:extLst>
              <a:ext uri="{FF2B5EF4-FFF2-40B4-BE49-F238E27FC236}">
                <a16:creationId xmlns:a16="http://schemas.microsoft.com/office/drawing/2014/main" id="{DE9077DF-98BD-0249-DD4E-8878AF5A4B17}"/>
              </a:ext>
            </a:extLst>
          </p:cNvPr>
          <p:cNvSpPr txBox="1">
            <a:spLocks/>
          </p:cNvSpPr>
          <p:nvPr/>
        </p:nvSpPr>
        <p:spPr>
          <a:xfrm>
            <a:off x="7098719" y="4037867"/>
            <a:ext cx="3023761" cy="1485635"/>
          </a:xfrm>
          <a:prstGeom prst="rect">
            <a:avLst/>
          </a:prstGeom>
        </p:spPr>
        <p:txBody>
          <a:bodyPr vert="horz" lIns="91440" tIns="45720" rIns="91440" bIns="45720" rtlCol="0">
            <a:normAutofit fontScale="92500" lnSpcReduction="10000"/>
          </a:bodyPr>
          <a:lstStyle>
            <a:lvl1pPr marL="0" indent="0" algn="l" defTabSz="914400" rtl="0" eaLnBrk="1" latinLnBrk="0" hangingPunct="1">
              <a:lnSpc>
                <a:spcPct val="90000"/>
              </a:lnSpc>
              <a:spcBef>
                <a:spcPts val="1000"/>
              </a:spcBef>
              <a:buFont typeface="Arial" panose="020B0604020202020204" pitchFamily="34" charset="0"/>
              <a:buNone/>
              <a:defRPr sz="1600" kern="1200" cap="all" spc="200" baseline="0">
                <a:solidFill>
                  <a:schemeClr val="accent5"/>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50000"/>
              </a:lnSpc>
              <a:spcBef>
                <a:spcPts val="0"/>
              </a:spcBef>
              <a:spcAft>
                <a:spcPts val="0"/>
              </a:spcAft>
              <a:buClr>
                <a:srgbClr val="02DCFA"/>
              </a:buClr>
              <a:buSzTx/>
              <a:buFont typeface="Courier New" panose="02070309020205020404" pitchFamily="49" charset="0"/>
              <a:buNone/>
              <a:tabLst/>
              <a:defRPr/>
            </a:pPr>
            <a:r>
              <a:rPr kumimoji="0" lang="en-US" sz="1400" b="0" i="0" u="none" strike="noStrike" kern="1200" cap="none" spc="100" normalizeH="0" baseline="0" noProof="0" dirty="0">
                <a:ln>
                  <a:noFill/>
                </a:ln>
                <a:solidFill>
                  <a:srgbClr val="F9C2FB"/>
                </a:solidFill>
                <a:effectLst/>
                <a:uLnTx/>
                <a:uFillTx/>
                <a:latin typeface="Bierstadt"/>
                <a:ea typeface="+mn-ea"/>
                <a:cs typeface="+mn-cs"/>
              </a:rPr>
              <a:t>Node.js benefits from an active global developer community that continuously contributes updates, modules, and security patches. </a:t>
            </a:r>
          </a:p>
        </p:txBody>
      </p:sp>
      <p:cxnSp>
        <p:nvCxnSpPr>
          <p:cNvPr id="9" name="Straight Connector 8">
            <a:extLst>
              <a:ext uri="{FF2B5EF4-FFF2-40B4-BE49-F238E27FC236}">
                <a16:creationId xmlns:a16="http://schemas.microsoft.com/office/drawing/2014/main" id="{E4CCB9EB-6EC2-6EC7-9FD9-938A3AB1CE57}"/>
              </a:ext>
            </a:extLst>
          </p:cNvPr>
          <p:cNvCxnSpPr>
            <a:cxnSpLocks/>
          </p:cNvCxnSpPr>
          <p:nvPr/>
        </p:nvCxnSpPr>
        <p:spPr>
          <a:xfrm>
            <a:off x="1776000" y="3789000"/>
            <a:ext cx="2889540" cy="0"/>
          </a:xfrm>
          <a:prstGeom prst="line">
            <a:avLst/>
          </a:prstGeom>
          <a:ln w="25400">
            <a:solidFill>
              <a:srgbClr val="F9C2FB"/>
            </a:solidFill>
          </a:ln>
        </p:spPr>
        <p:style>
          <a:lnRef idx="1">
            <a:schemeClr val="accent4"/>
          </a:lnRef>
          <a:fillRef idx="0">
            <a:schemeClr val="accent4"/>
          </a:fillRef>
          <a:effectRef idx="0">
            <a:schemeClr val="accent4"/>
          </a:effectRef>
          <a:fontRef idx="minor">
            <a:schemeClr val="tx1"/>
          </a:fontRef>
        </p:style>
      </p:cxnSp>
      <p:cxnSp>
        <p:nvCxnSpPr>
          <p:cNvPr id="10" name="Straight Connector 9">
            <a:extLst>
              <a:ext uri="{FF2B5EF4-FFF2-40B4-BE49-F238E27FC236}">
                <a16:creationId xmlns:a16="http://schemas.microsoft.com/office/drawing/2014/main" id="{A66F03E0-D521-441F-C66B-D43A0BF79F02}"/>
              </a:ext>
            </a:extLst>
          </p:cNvPr>
          <p:cNvCxnSpPr>
            <a:cxnSpLocks/>
          </p:cNvCxnSpPr>
          <p:nvPr/>
        </p:nvCxnSpPr>
        <p:spPr>
          <a:xfrm>
            <a:off x="7176000" y="3789000"/>
            <a:ext cx="2889540" cy="0"/>
          </a:xfrm>
          <a:prstGeom prst="line">
            <a:avLst/>
          </a:prstGeom>
          <a:ln w="25400">
            <a:solidFill>
              <a:srgbClr val="F9C2FB"/>
            </a:solidFill>
          </a:ln>
        </p:spPr>
        <p:style>
          <a:lnRef idx="1">
            <a:schemeClr val="accent4"/>
          </a:lnRef>
          <a:fillRef idx="0">
            <a:schemeClr val="accent4"/>
          </a:fillRef>
          <a:effectRef idx="0">
            <a:schemeClr val="accent4"/>
          </a:effectRef>
          <a:fontRef idx="minor">
            <a:schemeClr val="tx1"/>
          </a:fontRef>
        </p:style>
      </p:cxnSp>
      <p:sp>
        <p:nvSpPr>
          <p:cNvPr id="11" name="Title 14">
            <a:extLst>
              <a:ext uri="{FF2B5EF4-FFF2-40B4-BE49-F238E27FC236}">
                <a16:creationId xmlns:a16="http://schemas.microsoft.com/office/drawing/2014/main" id="{F81DAEC3-16BE-7914-4FA7-301D03ABC3EE}"/>
              </a:ext>
            </a:extLst>
          </p:cNvPr>
          <p:cNvSpPr>
            <a:spLocks noGrp="1"/>
          </p:cNvSpPr>
          <p:nvPr>
            <p:ph type="title"/>
          </p:nvPr>
        </p:nvSpPr>
        <p:spPr>
          <a:xfrm>
            <a:off x="3667683" y="929300"/>
            <a:ext cx="4856634" cy="466344"/>
          </a:xfrm>
        </p:spPr>
        <p:txBody>
          <a:bodyPr>
            <a:normAutofit fontScale="90000"/>
          </a:bodyPr>
          <a:lstStyle/>
          <a:p>
            <a:pPr algn="ctr"/>
            <a:r>
              <a:rPr lang="en-IE" sz="3600" dirty="0">
                <a:ln w="19050">
                  <a:solidFill>
                    <a:srgbClr val="F9C2FB"/>
                  </a:solidFill>
                </a:ln>
              </a:rPr>
              <a:t>features</a:t>
            </a:r>
          </a:p>
        </p:txBody>
      </p:sp>
      <p:cxnSp>
        <p:nvCxnSpPr>
          <p:cNvPr id="12" name="Straight Connector 11">
            <a:extLst>
              <a:ext uri="{FF2B5EF4-FFF2-40B4-BE49-F238E27FC236}">
                <a16:creationId xmlns:a16="http://schemas.microsoft.com/office/drawing/2014/main" id="{0B3E7209-1368-DBBC-B6D4-7A0DD956D815}"/>
              </a:ext>
            </a:extLst>
          </p:cNvPr>
          <p:cNvCxnSpPr>
            <a:cxnSpLocks/>
          </p:cNvCxnSpPr>
          <p:nvPr/>
        </p:nvCxnSpPr>
        <p:spPr>
          <a:xfrm>
            <a:off x="4648800" y="1597500"/>
            <a:ext cx="2889540" cy="0"/>
          </a:xfrm>
          <a:prstGeom prst="line">
            <a:avLst/>
          </a:prstGeom>
          <a:ln w="25400">
            <a:solidFill>
              <a:srgbClr val="F9C2FB"/>
            </a:solidFill>
          </a:ln>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115323908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42" presetClass="entr" presetSubtype="0"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1000"/>
                                        <p:tgtEl>
                                          <p:spTgt spid="7"/>
                                        </p:tgtEl>
                                      </p:cBhvr>
                                    </p:animEffect>
                                    <p:anim calcmode="lin" valueType="num">
                                      <p:cBhvr>
                                        <p:cTn id="19" dur="1000" fill="hold"/>
                                        <p:tgtEl>
                                          <p:spTgt spid="7"/>
                                        </p:tgtEl>
                                        <p:attrNameLst>
                                          <p:attrName>ppt_x</p:attrName>
                                        </p:attrNameLst>
                                      </p:cBhvr>
                                      <p:tavLst>
                                        <p:tav tm="0">
                                          <p:val>
                                            <p:strVal val="#ppt_x"/>
                                          </p:val>
                                        </p:tav>
                                        <p:tav tm="100000">
                                          <p:val>
                                            <p:strVal val="#ppt_x"/>
                                          </p:val>
                                        </p:tav>
                                      </p:tavLst>
                                    </p:anim>
                                    <p:anim calcmode="lin" valueType="num">
                                      <p:cBhvr>
                                        <p:cTn id="20" dur="1000" fill="hold"/>
                                        <p:tgtEl>
                                          <p:spTgt spid="7"/>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1000"/>
                                        <p:tgtEl>
                                          <p:spTgt spid="8"/>
                                        </p:tgtEl>
                                      </p:cBhvr>
                                    </p:animEffect>
                                    <p:anim calcmode="lin" valueType="num">
                                      <p:cBhvr>
                                        <p:cTn id="24" dur="1000" fill="hold"/>
                                        <p:tgtEl>
                                          <p:spTgt spid="8"/>
                                        </p:tgtEl>
                                        <p:attrNameLst>
                                          <p:attrName>ppt_x</p:attrName>
                                        </p:attrNameLst>
                                      </p:cBhvr>
                                      <p:tavLst>
                                        <p:tav tm="0">
                                          <p:val>
                                            <p:strVal val="#ppt_x"/>
                                          </p:val>
                                        </p:tav>
                                        <p:tav tm="100000">
                                          <p:val>
                                            <p:strVal val="#ppt_x"/>
                                          </p:val>
                                        </p:tav>
                                      </p:tavLst>
                                    </p:anim>
                                    <p:anim calcmode="lin" valueType="num">
                                      <p:cBhvr>
                                        <p:cTn id="25"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alpha val="80000"/>
          </a:schemeClr>
        </a:solidFill>
        <a:effectLst/>
      </p:bgPr>
    </p:bg>
    <p:spTree>
      <p:nvGrpSpPr>
        <p:cNvPr id="1" name="">
          <a:extLst>
            <a:ext uri="{FF2B5EF4-FFF2-40B4-BE49-F238E27FC236}">
              <a16:creationId xmlns:a16="http://schemas.microsoft.com/office/drawing/2014/main" id="{993A3A75-6F85-B849-DEB0-482149796C4D}"/>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9872BB48-2660-50AD-EF7B-0CD150D7B9A2}"/>
              </a:ext>
            </a:extLst>
          </p:cNvPr>
          <p:cNvSpPr>
            <a:spLocks noGrp="1"/>
          </p:cNvSpPr>
          <p:nvPr>
            <p:ph type="dt" sz="half" idx="10"/>
          </p:nvPr>
        </p:nvSpPr>
        <p:spPr>
          <a:xfrm>
            <a:off x="838200" y="6356350"/>
            <a:ext cx="2743200" cy="365125"/>
          </a:xfrm>
        </p:spPr>
        <p:txBody>
          <a:bodyPr/>
          <a:lstStyle/>
          <a:p>
            <a:r>
              <a:rPr lang="en-US" dirty="0"/>
              <a:t>10/11/2025</a:t>
            </a:r>
          </a:p>
        </p:txBody>
      </p:sp>
      <p:sp>
        <p:nvSpPr>
          <p:cNvPr id="4" name="Footer Placeholder 3">
            <a:extLst>
              <a:ext uri="{FF2B5EF4-FFF2-40B4-BE49-F238E27FC236}">
                <a16:creationId xmlns:a16="http://schemas.microsoft.com/office/drawing/2014/main" id="{87805535-B4AF-51EC-B6EB-4906CD2D01ED}"/>
              </a:ext>
            </a:extLst>
          </p:cNvPr>
          <p:cNvSpPr>
            <a:spLocks noGrp="1"/>
          </p:cNvSpPr>
          <p:nvPr>
            <p:ph type="ftr" sz="quarter" idx="11"/>
          </p:nvPr>
        </p:nvSpPr>
        <p:spPr>
          <a:xfrm>
            <a:off x="4038600" y="6356350"/>
            <a:ext cx="4114800" cy="365125"/>
          </a:xfrm>
        </p:spPr>
        <p:txBody>
          <a:bodyPr/>
          <a:lstStyle/>
          <a:p>
            <a:r>
              <a:rPr lang="en-US" dirty="0"/>
              <a:t>Isabelle Lynch</a:t>
            </a:r>
          </a:p>
        </p:txBody>
      </p:sp>
      <p:sp>
        <p:nvSpPr>
          <p:cNvPr id="5" name="Slide Number Placeholder 4">
            <a:extLst>
              <a:ext uri="{FF2B5EF4-FFF2-40B4-BE49-F238E27FC236}">
                <a16:creationId xmlns:a16="http://schemas.microsoft.com/office/drawing/2014/main" id="{5B11A230-3D36-218E-9C2E-8023E5713679}"/>
              </a:ext>
            </a:extLst>
          </p:cNvPr>
          <p:cNvSpPr>
            <a:spLocks noGrp="1"/>
          </p:cNvSpPr>
          <p:nvPr>
            <p:ph type="sldNum" sz="quarter" idx="12"/>
          </p:nvPr>
        </p:nvSpPr>
        <p:spPr>
          <a:xfrm>
            <a:off x="8610600" y="6356350"/>
            <a:ext cx="2743200" cy="365125"/>
          </a:xfrm>
        </p:spPr>
        <p:txBody>
          <a:bodyPr/>
          <a:lstStyle/>
          <a:p>
            <a:fld id="{A402E4C0-AD5E-4E8C-9F21-7CCE474BDCEB}" type="slidenum">
              <a:rPr lang="en-US" smtClean="0"/>
              <a:pPr/>
              <a:t>7</a:t>
            </a:fld>
            <a:endParaRPr lang="en-US" dirty="0"/>
          </a:p>
        </p:txBody>
      </p:sp>
      <p:sp>
        <p:nvSpPr>
          <p:cNvPr id="24" name="Title 33">
            <a:extLst>
              <a:ext uri="{FF2B5EF4-FFF2-40B4-BE49-F238E27FC236}">
                <a16:creationId xmlns:a16="http://schemas.microsoft.com/office/drawing/2014/main" id="{5E0C4EDA-092A-6915-B12C-31EF7D152386}"/>
              </a:ext>
            </a:extLst>
          </p:cNvPr>
          <p:cNvSpPr>
            <a:spLocks noGrp="1"/>
          </p:cNvSpPr>
          <p:nvPr>
            <p:ph type="title"/>
          </p:nvPr>
        </p:nvSpPr>
        <p:spPr>
          <a:xfrm>
            <a:off x="394458" y="525531"/>
            <a:ext cx="7288284" cy="942680"/>
          </a:xfrm>
          <a:noFill/>
          <a:effectLst>
            <a:softEdge rad="127000"/>
          </a:effectLst>
        </p:spPr>
        <p:txBody>
          <a:bodyPr anchor="ctr">
            <a:noAutofit/>
          </a:bodyPr>
          <a:lstStyle/>
          <a:p>
            <a:r>
              <a:rPr lang="en-US" sz="3200" dirty="0">
                <a:ln w="19050">
                  <a:solidFill>
                    <a:srgbClr val="F9C2FB"/>
                  </a:solidFill>
                </a:ln>
                <a:ea typeface="+mn-ea"/>
                <a:cs typeface="+mn-cs"/>
              </a:rPr>
              <a:t>  </a:t>
            </a:r>
            <a:r>
              <a:rPr kumimoji="0" lang="en-US" sz="3200" b="0" i="0" u="none" strike="noStrike" kern="1200" cap="all" spc="400" normalizeH="0" baseline="0" noProof="0" dirty="0">
                <a:ln w="19050">
                  <a:solidFill>
                    <a:srgbClr val="F9C2FB"/>
                  </a:solidFill>
                </a:ln>
                <a:effectLst/>
                <a:uLnTx/>
                <a:uFillTx/>
                <a:latin typeface="+mj-lt"/>
                <a:ea typeface="+mn-ea"/>
                <a:cs typeface="+mn-cs"/>
              </a:rPr>
              <a:t>advantages</a:t>
            </a:r>
            <a:endParaRPr lang="en-US" sz="3200" dirty="0">
              <a:ln w="19050">
                <a:solidFill>
                  <a:srgbClr val="F9C2FB"/>
                </a:solidFill>
              </a:ln>
            </a:endParaRPr>
          </a:p>
        </p:txBody>
      </p:sp>
      <p:pic>
        <p:nvPicPr>
          <p:cNvPr id="29" name="Picture Placeholder 51">
            <a:extLst>
              <a:ext uri="{FF2B5EF4-FFF2-40B4-BE49-F238E27FC236}">
                <a16:creationId xmlns:a16="http://schemas.microsoft.com/office/drawing/2014/main" id="{DA5C0A4D-4FB1-4585-2333-9BD2ABEC7959}"/>
              </a:ext>
            </a:extLst>
          </p:cNvPr>
          <p:cNvPicPr>
            <a:picLocks noChangeAspect="1"/>
          </p:cNvPicPr>
          <p:nvPr/>
        </p:nvPicPr>
        <p:blipFill>
          <a:blip r:embed="rId2">
            <a:alphaModFix amt="55000"/>
          </a:blip>
          <a:srcRect l="25860" t="3532" r="31213" b="2870"/>
          <a:stretch>
            <a:fillRect/>
          </a:stretch>
        </p:blipFill>
        <p:spPr>
          <a:xfrm rot="1736806" flipH="1">
            <a:off x="7579413" y="-956893"/>
            <a:ext cx="3658574" cy="9572134"/>
          </a:xfrm>
          <a:prstGeom prst="rect">
            <a:avLst/>
          </a:prstGeom>
          <a:effectLst>
            <a:softEdge rad="1270000"/>
          </a:effectLst>
        </p:spPr>
      </p:pic>
      <p:pic>
        <p:nvPicPr>
          <p:cNvPr id="2" name="Picture 1">
            <a:extLst>
              <a:ext uri="{FF2B5EF4-FFF2-40B4-BE49-F238E27FC236}">
                <a16:creationId xmlns:a16="http://schemas.microsoft.com/office/drawing/2014/main" id="{F21F2229-29ED-6CE6-383E-5EA758DC4C94}"/>
              </a:ext>
            </a:extLst>
          </p:cNvPr>
          <p:cNvPicPr>
            <a:picLocks noChangeAspect="1"/>
          </p:cNvPicPr>
          <p:nvPr/>
        </p:nvPicPr>
        <p:blipFill>
          <a:blip r:embed="rId3"/>
          <a:stretch>
            <a:fillRect/>
          </a:stretch>
        </p:blipFill>
        <p:spPr>
          <a:xfrm>
            <a:off x="550871" y="1634424"/>
            <a:ext cx="9431329" cy="4389500"/>
          </a:xfrm>
          <a:prstGeom prst="rect">
            <a:avLst/>
          </a:prstGeom>
        </p:spPr>
      </p:pic>
    </p:spTree>
    <p:extLst>
      <p:ext uri="{BB962C8B-B14F-4D97-AF65-F5344CB8AC3E}">
        <p14:creationId xmlns:p14="http://schemas.microsoft.com/office/powerpoint/2010/main" val="166091040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alpha val="80000"/>
          </a:schemeClr>
        </a:solidFill>
        <a:effectLst/>
      </p:bgPr>
    </p:bg>
    <p:spTree>
      <p:nvGrpSpPr>
        <p:cNvPr id="1" name="">
          <a:extLst>
            <a:ext uri="{FF2B5EF4-FFF2-40B4-BE49-F238E27FC236}">
              <a16:creationId xmlns:a16="http://schemas.microsoft.com/office/drawing/2014/main" id="{4AE6FA60-4C6C-73DC-1B67-BA8F0CD589DA}"/>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70AAA4AD-8935-52BA-9326-D0BF9321FD11}"/>
              </a:ext>
            </a:extLst>
          </p:cNvPr>
          <p:cNvSpPr>
            <a:spLocks noGrp="1"/>
          </p:cNvSpPr>
          <p:nvPr>
            <p:ph type="dt" sz="half" idx="10"/>
          </p:nvPr>
        </p:nvSpPr>
        <p:spPr>
          <a:xfrm>
            <a:off x="838200" y="6356350"/>
            <a:ext cx="2743200" cy="365125"/>
          </a:xfrm>
        </p:spPr>
        <p:txBody>
          <a:bodyPr/>
          <a:lstStyle/>
          <a:p>
            <a:r>
              <a:rPr lang="en-US" dirty="0"/>
              <a:t>10/11/2025</a:t>
            </a:r>
          </a:p>
        </p:txBody>
      </p:sp>
      <p:sp>
        <p:nvSpPr>
          <p:cNvPr id="4" name="Footer Placeholder 3">
            <a:extLst>
              <a:ext uri="{FF2B5EF4-FFF2-40B4-BE49-F238E27FC236}">
                <a16:creationId xmlns:a16="http://schemas.microsoft.com/office/drawing/2014/main" id="{7C4EE41B-C63A-9937-473F-77907DECC4B8}"/>
              </a:ext>
            </a:extLst>
          </p:cNvPr>
          <p:cNvSpPr>
            <a:spLocks noGrp="1"/>
          </p:cNvSpPr>
          <p:nvPr>
            <p:ph type="ftr" sz="quarter" idx="11"/>
          </p:nvPr>
        </p:nvSpPr>
        <p:spPr>
          <a:xfrm>
            <a:off x="4038600" y="6356350"/>
            <a:ext cx="4114800" cy="365125"/>
          </a:xfrm>
        </p:spPr>
        <p:txBody>
          <a:bodyPr/>
          <a:lstStyle/>
          <a:p>
            <a:r>
              <a:rPr lang="en-US" dirty="0"/>
              <a:t>Isabelle Lynch</a:t>
            </a:r>
          </a:p>
        </p:txBody>
      </p:sp>
      <p:sp>
        <p:nvSpPr>
          <p:cNvPr id="5" name="Slide Number Placeholder 4">
            <a:extLst>
              <a:ext uri="{FF2B5EF4-FFF2-40B4-BE49-F238E27FC236}">
                <a16:creationId xmlns:a16="http://schemas.microsoft.com/office/drawing/2014/main" id="{C7409BE5-D899-5E60-2934-AE0210590A01}"/>
              </a:ext>
            </a:extLst>
          </p:cNvPr>
          <p:cNvSpPr>
            <a:spLocks noGrp="1"/>
          </p:cNvSpPr>
          <p:nvPr>
            <p:ph type="sldNum" sz="quarter" idx="12"/>
          </p:nvPr>
        </p:nvSpPr>
        <p:spPr>
          <a:xfrm>
            <a:off x="8610600" y="6356350"/>
            <a:ext cx="2743200" cy="365125"/>
          </a:xfrm>
        </p:spPr>
        <p:txBody>
          <a:bodyPr/>
          <a:lstStyle/>
          <a:p>
            <a:fld id="{A402E4C0-AD5E-4E8C-9F21-7CCE474BDCEB}" type="slidenum">
              <a:rPr lang="en-US" smtClean="0"/>
              <a:pPr/>
              <a:t>8</a:t>
            </a:fld>
            <a:endParaRPr lang="en-US" dirty="0"/>
          </a:p>
        </p:txBody>
      </p:sp>
      <p:sp>
        <p:nvSpPr>
          <p:cNvPr id="24" name="Title 33">
            <a:extLst>
              <a:ext uri="{FF2B5EF4-FFF2-40B4-BE49-F238E27FC236}">
                <a16:creationId xmlns:a16="http://schemas.microsoft.com/office/drawing/2014/main" id="{A933194A-F0B6-1C57-D361-21D2CB6704ED}"/>
              </a:ext>
            </a:extLst>
          </p:cNvPr>
          <p:cNvSpPr>
            <a:spLocks noGrp="1"/>
          </p:cNvSpPr>
          <p:nvPr>
            <p:ph type="title"/>
          </p:nvPr>
        </p:nvSpPr>
        <p:spPr>
          <a:xfrm>
            <a:off x="3802610" y="495658"/>
            <a:ext cx="7288284" cy="942680"/>
          </a:xfrm>
          <a:noFill/>
          <a:effectLst>
            <a:softEdge rad="127000"/>
          </a:effectLst>
        </p:spPr>
        <p:txBody>
          <a:bodyPr anchor="ctr">
            <a:noAutofit/>
          </a:bodyPr>
          <a:lstStyle/>
          <a:p>
            <a:r>
              <a:rPr lang="en-US" sz="3200" dirty="0">
                <a:ln w="19050">
                  <a:solidFill>
                    <a:srgbClr val="A5007A"/>
                  </a:solidFill>
                </a:ln>
                <a:ea typeface="+mn-ea"/>
                <a:cs typeface="+mn-cs"/>
              </a:rPr>
              <a:t>  </a:t>
            </a:r>
            <a:r>
              <a:rPr lang="en-US" sz="3200" dirty="0">
                <a:ln w="19050">
                  <a:solidFill>
                    <a:srgbClr val="F9C2FB"/>
                  </a:solidFill>
                </a:ln>
                <a:ea typeface="+mn-ea"/>
                <a:cs typeface="+mn-cs"/>
              </a:rPr>
              <a:t>dis</a:t>
            </a:r>
            <a:r>
              <a:rPr kumimoji="0" lang="en-US" sz="3200" b="0" i="0" u="none" strike="noStrike" kern="1200" cap="all" spc="400" normalizeH="0" baseline="0" noProof="0" dirty="0">
                <a:ln w="19050">
                  <a:solidFill>
                    <a:srgbClr val="F9C2FB"/>
                  </a:solidFill>
                </a:ln>
                <a:effectLst/>
                <a:uLnTx/>
                <a:uFillTx/>
                <a:latin typeface="+mj-lt"/>
                <a:ea typeface="+mn-ea"/>
                <a:cs typeface="+mn-cs"/>
              </a:rPr>
              <a:t>advantages</a:t>
            </a:r>
            <a:endParaRPr lang="en-US" sz="3200" dirty="0">
              <a:ln w="19050">
                <a:solidFill>
                  <a:srgbClr val="F9C2FB"/>
                </a:solidFill>
              </a:ln>
            </a:endParaRPr>
          </a:p>
        </p:txBody>
      </p:sp>
      <p:pic>
        <p:nvPicPr>
          <p:cNvPr id="29" name="Picture Placeholder 51">
            <a:extLst>
              <a:ext uri="{FF2B5EF4-FFF2-40B4-BE49-F238E27FC236}">
                <a16:creationId xmlns:a16="http://schemas.microsoft.com/office/drawing/2014/main" id="{052B1506-A9CB-3077-D54B-59C51D95EAF4}"/>
              </a:ext>
            </a:extLst>
          </p:cNvPr>
          <p:cNvPicPr>
            <a:picLocks noChangeAspect="1"/>
          </p:cNvPicPr>
          <p:nvPr/>
        </p:nvPicPr>
        <p:blipFill>
          <a:blip r:embed="rId2">
            <a:alphaModFix amt="55000"/>
          </a:blip>
          <a:srcRect l="25860" t="3532" r="31213" b="2870"/>
          <a:stretch>
            <a:fillRect/>
          </a:stretch>
        </p:blipFill>
        <p:spPr>
          <a:xfrm rot="19384728" flipH="1">
            <a:off x="1279951" y="-1015935"/>
            <a:ext cx="3658574" cy="9572134"/>
          </a:xfrm>
          <a:prstGeom prst="rect">
            <a:avLst/>
          </a:prstGeom>
          <a:effectLst>
            <a:softEdge rad="1270000"/>
          </a:effectLst>
        </p:spPr>
      </p:pic>
      <p:sp>
        <p:nvSpPr>
          <p:cNvPr id="7" name="Text Placeholder 63">
            <a:extLst>
              <a:ext uri="{FF2B5EF4-FFF2-40B4-BE49-F238E27FC236}">
                <a16:creationId xmlns:a16="http://schemas.microsoft.com/office/drawing/2014/main" id="{F533F458-F231-4F99-2E7B-FCED3F90AE10}"/>
              </a:ext>
            </a:extLst>
          </p:cNvPr>
          <p:cNvSpPr txBox="1">
            <a:spLocks/>
          </p:cNvSpPr>
          <p:nvPr/>
        </p:nvSpPr>
        <p:spPr>
          <a:xfrm>
            <a:off x="8370478" y="4164337"/>
            <a:ext cx="4640333" cy="36512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cap="all" spc="200" baseline="0">
                <a:solidFill>
                  <a:schemeClr val="accent5"/>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rgbClr val="F9C2FB"/>
                </a:solidFill>
              </a:rPr>
              <a:t>Single threaded </a:t>
            </a:r>
          </a:p>
          <a:p>
            <a:r>
              <a:rPr lang="en-US" dirty="0">
                <a:solidFill>
                  <a:srgbClr val="F9C2FB"/>
                </a:solidFill>
              </a:rPr>
              <a:t>limitations</a:t>
            </a:r>
          </a:p>
        </p:txBody>
      </p:sp>
      <p:sp>
        <p:nvSpPr>
          <p:cNvPr id="8" name="Text Placeholder 62">
            <a:extLst>
              <a:ext uri="{FF2B5EF4-FFF2-40B4-BE49-F238E27FC236}">
                <a16:creationId xmlns:a16="http://schemas.microsoft.com/office/drawing/2014/main" id="{CA2B443C-5FED-E00F-41BC-A1BDB597BD3E}"/>
              </a:ext>
            </a:extLst>
          </p:cNvPr>
          <p:cNvSpPr>
            <a:spLocks noGrp="1"/>
          </p:cNvSpPr>
          <p:nvPr>
            <p:ph type="body" sz="quarter" idx="16"/>
          </p:nvPr>
        </p:nvSpPr>
        <p:spPr>
          <a:xfrm>
            <a:off x="8370478" y="1481907"/>
            <a:ext cx="2289974" cy="365125"/>
          </a:xfrm>
        </p:spPr>
        <p:txBody>
          <a:bodyPr>
            <a:normAutofit/>
          </a:bodyPr>
          <a:lstStyle/>
          <a:p>
            <a:r>
              <a:rPr lang="en-US" dirty="0">
                <a:solidFill>
                  <a:srgbClr val="F9C2FB"/>
                </a:solidFill>
              </a:rPr>
              <a:t>Callback hell</a:t>
            </a:r>
          </a:p>
        </p:txBody>
      </p:sp>
      <p:sp>
        <p:nvSpPr>
          <p:cNvPr id="9" name="Text Placeholder 66">
            <a:extLst>
              <a:ext uri="{FF2B5EF4-FFF2-40B4-BE49-F238E27FC236}">
                <a16:creationId xmlns:a16="http://schemas.microsoft.com/office/drawing/2014/main" id="{77CB9503-CFE0-6A98-6B09-C86E63E7EF39}"/>
              </a:ext>
            </a:extLst>
          </p:cNvPr>
          <p:cNvSpPr txBox="1">
            <a:spLocks/>
          </p:cNvSpPr>
          <p:nvPr/>
        </p:nvSpPr>
        <p:spPr>
          <a:xfrm>
            <a:off x="4102253" y="1481906"/>
            <a:ext cx="3697823" cy="36512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solidFill>
                  <a:srgbClr val="F9C2FB"/>
                </a:solidFill>
                <a:latin typeface="+mj-lt"/>
              </a:rPr>
              <a:t>LIBRARY COMPATIBILITY ISSUES</a:t>
            </a:r>
          </a:p>
        </p:txBody>
      </p:sp>
      <p:sp>
        <p:nvSpPr>
          <p:cNvPr id="10" name="Text Placeholder 42">
            <a:extLst>
              <a:ext uri="{FF2B5EF4-FFF2-40B4-BE49-F238E27FC236}">
                <a16:creationId xmlns:a16="http://schemas.microsoft.com/office/drawing/2014/main" id="{39BCD459-3DF0-4C58-4C64-AA5925053668}"/>
              </a:ext>
            </a:extLst>
          </p:cNvPr>
          <p:cNvSpPr txBox="1">
            <a:spLocks/>
          </p:cNvSpPr>
          <p:nvPr/>
        </p:nvSpPr>
        <p:spPr>
          <a:xfrm>
            <a:off x="8370478" y="4799374"/>
            <a:ext cx="3459234" cy="1739538"/>
          </a:xfrm>
          <a:prstGeom prst="rect">
            <a:avLst/>
          </a:prstGeom>
        </p:spPr>
        <p:txBody>
          <a:bodyPr vert="horz" lIns="91440" tIns="45720" rIns="91440" bIns="45720" rtlCol="0">
            <a:normAutofit/>
          </a:bodyPr>
          <a:lstStyle>
            <a:lvl1pPr marL="0" indent="0" algn="l" defTabSz="914400" rtl="0" eaLnBrk="1" latinLnBrk="0" hangingPunct="1">
              <a:lnSpc>
                <a:spcPct val="114000"/>
              </a:lnSpc>
              <a:spcBef>
                <a:spcPts val="0"/>
              </a:spcBef>
              <a:buFont typeface="Arial" panose="020B0604020202020204" pitchFamily="34" charset="0"/>
              <a:buNone/>
              <a:defRPr sz="1400" kern="1200" cap="none" spc="0" baseline="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E" dirty="0"/>
              <a:t>Because Node.js runs on a single thread, it struggles with CPU intensive or heavy computational tasks, which can block the event loop and negatively impact performance.</a:t>
            </a:r>
            <a:endParaRPr lang="en-US" dirty="0"/>
          </a:p>
        </p:txBody>
      </p:sp>
      <p:sp>
        <p:nvSpPr>
          <p:cNvPr id="11" name="Text Placeholder 41">
            <a:extLst>
              <a:ext uri="{FF2B5EF4-FFF2-40B4-BE49-F238E27FC236}">
                <a16:creationId xmlns:a16="http://schemas.microsoft.com/office/drawing/2014/main" id="{1F038D13-93B7-3AEA-3B68-91485339F3C7}"/>
              </a:ext>
            </a:extLst>
          </p:cNvPr>
          <p:cNvSpPr txBox="1">
            <a:spLocks/>
          </p:cNvSpPr>
          <p:nvPr/>
        </p:nvSpPr>
        <p:spPr>
          <a:xfrm>
            <a:off x="8370478" y="1934382"/>
            <a:ext cx="3612290" cy="1739538"/>
          </a:xfrm>
          <a:prstGeom prst="rect">
            <a:avLst/>
          </a:prstGeom>
        </p:spPr>
        <p:txBody>
          <a:bodyPr vert="horz" lIns="91440" tIns="45720" rIns="91440" bIns="45720" rtlCol="0">
            <a:normAutofit lnSpcReduction="10000"/>
          </a:bodyPr>
          <a:lstStyle>
            <a:lvl1pPr marL="0" indent="0" algn="l" defTabSz="914400" rtl="0" eaLnBrk="1" latinLnBrk="0" hangingPunct="1">
              <a:lnSpc>
                <a:spcPct val="114000"/>
              </a:lnSpc>
              <a:spcBef>
                <a:spcPts val="0"/>
              </a:spcBef>
              <a:buFont typeface="Arial" panose="020B0604020202020204" pitchFamily="34" charset="0"/>
              <a:buNone/>
              <a:defRPr sz="1400" kern="1200" cap="none" spc="0" baseline="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E" dirty="0"/>
              <a:t>The asynchronous nature of Node.js, while powerful, can lead to challenges in managing multiple nested callbacks, a situation commonly referred to as ‘callback hell.’ </a:t>
            </a:r>
          </a:p>
          <a:p>
            <a:r>
              <a:rPr lang="en-IE" dirty="0"/>
              <a:t>This occurs when callback functions are nested within other callbacks</a:t>
            </a:r>
            <a:endParaRPr lang="en-US" dirty="0"/>
          </a:p>
        </p:txBody>
      </p:sp>
      <p:sp>
        <p:nvSpPr>
          <p:cNvPr id="12" name="Text Placeholder 49">
            <a:extLst>
              <a:ext uri="{FF2B5EF4-FFF2-40B4-BE49-F238E27FC236}">
                <a16:creationId xmlns:a16="http://schemas.microsoft.com/office/drawing/2014/main" id="{6AFBA2CD-AA37-A86B-BB2C-2802E542BAFC}"/>
              </a:ext>
            </a:extLst>
          </p:cNvPr>
          <p:cNvSpPr txBox="1">
            <a:spLocks/>
          </p:cNvSpPr>
          <p:nvPr/>
        </p:nvSpPr>
        <p:spPr>
          <a:xfrm>
            <a:off x="4102253" y="1934382"/>
            <a:ext cx="3459234" cy="350629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E" sz="1400" dirty="0">
                <a:solidFill>
                  <a:schemeClr val="bg1"/>
                </a:solidFill>
              </a:rPr>
              <a:t>Although Node.js benefits from a vast ecosystem of third-party libraries available through the Node Package Manager (</a:t>
            </a:r>
            <a:r>
              <a:rPr lang="en-IE" sz="1400" dirty="0" err="1">
                <a:solidFill>
                  <a:schemeClr val="bg1"/>
                </a:solidFill>
              </a:rPr>
              <a:t>npm</a:t>
            </a:r>
            <a:r>
              <a:rPr lang="en-IE" sz="1400" dirty="0">
                <a:solidFill>
                  <a:schemeClr val="bg1"/>
                </a:solidFill>
              </a:rPr>
              <a:t>), not all libraries are consistently maintained or compatible with the latest versions of Node.js.</a:t>
            </a:r>
          </a:p>
          <a:p>
            <a:pPr marL="0" indent="0">
              <a:buNone/>
            </a:pPr>
            <a:endParaRPr lang="en-IE" sz="1400" dirty="0">
              <a:solidFill>
                <a:schemeClr val="bg1"/>
              </a:solidFill>
            </a:endParaRPr>
          </a:p>
          <a:p>
            <a:pPr marL="0" indent="0">
              <a:buNone/>
            </a:pPr>
            <a:r>
              <a:rPr lang="en-IE" sz="1400" dirty="0">
                <a:solidFill>
                  <a:schemeClr val="bg1"/>
                </a:solidFill>
              </a:rPr>
              <a:t> This can lead to compatibility issues, deprecated features, or bugs, which may require developers to seek alternative packages or implement additional debugging and testing.  </a:t>
            </a:r>
            <a:endParaRPr lang="en-US" sz="1400" dirty="0">
              <a:solidFill>
                <a:schemeClr val="bg1"/>
              </a:solidFill>
            </a:endParaRPr>
          </a:p>
        </p:txBody>
      </p:sp>
    </p:spTree>
    <p:extLst>
      <p:ext uri="{BB962C8B-B14F-4D97-AF65-F5344CB8AC3E}">
        <p14:creationId xmlns:p14="http://schemas.microsoft.com/office/powerpoint/2010/main" val="10060859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1000"/>
                                        <p:tgtEl>
                                          <p:spTgt spid="11"/>
                                        </p:tgtEl>
                                      </p:cBhvr>
                                    </p:animEffect>
                                    <p:anim calcmode="lin" valueType="num">
                                      <p:cBhvr>
                                        <p:cTn id="18" dur="1000" fill="hold"/>
                                        <p:tgtEl>
                                          <p:spTgt spid="11"/>
                                        </p:tgtEl>
                                        <p:attrNameLst>
                                          <p:attrName>ppt_x</p:attrName>
                                        </p:attrNameLst>
                                      </p:cBhvr>
                                      <p:tavLst>
                                        <p:tav tm="0">
                                          <p:val>
                                            <p:strVal val="#ppt_x"/>
                                          </p:val>
                                        </p:tav>
                                        <p:tav tm="100000">
                                          <p:val>
                                            <p:strVal val="#ppt_x"/>
                                          </p:val>
                                        </p:tav>
                                      </p:tavLst>
                                    </p:anim>
                                    <p:anim calcmode="lin" valueType="num">
                                      <p:cBhvr>
                                        <p:cTn id="19" dur="1000" fill="hold"/>
                                        <p:tgtEl>
                                          <p:spTgt spid="11"/>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1000"/>
                                        <p:tgtEl>
                                          <p:spTgt spid="12"/>
                                        </p:tgtEl>
                                      </p:cBhvr>
                                    </p:animEffect>
                                    <p:anim calcmode="lin" valueType="num">
                                      <p:cBhvr>
                                        <p:cTn id="23" dur="1000" fill="hold"/>
                                        <p:tgtEl>
                                          <p:spTgt spid="12"/>
                                        </p:tgtEl>
                                        <p:attrNameLst>
                                          <p:attrName>ppt_x</p:attrName>
                                        </p:attrNameLst>
                                      </p:cBhvr>
                                      <p:tavLst>
                                        <p:tav tm="0">
                                          <p:val>
                                            <p:strVal val="#ppt_x"/>
                                          </p:val>
                                        </p:tav>
                                        <p:tav tm="100000">
                                          <p:val>
                                            <p:strVal val="#ppt_x"/>
                                          </p:val>
                                        </p:tav>
                                      </p:tavLst>
                                    </p:anim>
                                    <p:anim calcmode="lin" valueType="num">
                                      <p:cBhvr>
                                        <p:cTn id="24" dur="1000" fill="hold"/>
                                        <p:tgtEl>
                                          <p:spTgt spid="12"/>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1000"/>
                                        <p:tgtEl>
                                          <p:spTgt spid="10"/>
                                        </p:tgtEl>
                                      </p:cBhvr>
                                    </p:animEffect>
                                    <p:anim calcmode="lin" valueType="num">
                                      <p:cBhvr>
                                        <p:cTn id="28" dur="1000" fill="hold"/>
                                        <p:tgtEl>
                                          <p:spTgt spid="10"/>
                                        </p:tgtEl>
                                        <p:attrNameLst>
                                          <p:attrName>ppt_x</p:attrName>
                                        </p:attrNameLst>
                                      </p:cBhvr>
                                      <p:tavLst>
                                        <p:tav tm="0">
                                          <p:val>
                                            <p:strVal val="#ppt_x"/>
                                          </p:val>
                                        </p:tav>
                                        <p:tav tm="100000">
                                          <p:val>
                                            <p:strVal val="#ppt_x"/>
                                          </p:val>
                                        </p:tav>
                                      </p:tavLst>
                                    </p:anim>
                                    <p:anim calcmode="lin" valueType="num">
                                      <p:cBhvr>
                                        <p:cTn id="29" dur="1000" fill="hold"/>
                                        <p:tgtEl>
                                          <p:spTgt spid="10"/>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1000"/>
                                        <p:tgtEl>
                                          <p:spTgt spid="7"/>
                                        </p:tgtEl>
                                      </p:cBhvr>
                                    </p:animEffect>
                                    <p:anim calcmode="lin" valueType="num">
                                      <p:cBhvr>
                                        <p:cTn id="33" dur="1000" fill="hold"/>
                                        <p:tgtEl>
                                          <p:spTgt spid="7"/>
                                        </p:tgtEl>
                                        <p:attrNameLst>
                                          <p:attrName>ppt_x</p:attrName>
                                        </p:attrNameLst>
                                      </p:cBhvr>
                                      <p:tavLst>
                                        <p:tav tm="0">
                                          <p:val>
                                            <p:strVal val="#ppt_x"/>
                                          </p:val>
                                        </p:tav>
                                        <p:tav tm="100000">
                                          <p:val>
                                            <p:strVal val="#ppt_x"/>
                                          </p:val>
                                        </p:tav>
                                      </p:tavLst>
                                    </p:anim>
                                    <p:anim calcmode="lin" valueType="num">
                                      <p:cBhvr>
                                        <p:cTn id="3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build="p"/>
      <p:bldP spid="9" grpId="0"/>
      <p:bldP spid="10" grpId="0"/>
      <p:bldP spid="11" grpId="0"/>
      <p:bldP spid="1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462B0-0F5D-BD2A-2537-63BEB5F50B36}"/>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1873D6BD-C7FC-DE81-38B9-8046B559B568}"/>
              </a:ext>
            </a:extLst>
          </p:cNvPr>
          <p:cNvSpPr>
            <a:spLocks noGrp="1"/>
          </p:cNvSpPr>
          <p:nvPr>
            <p:ph type="dt" sz="half" idx="10"/>
          </p:nvPr>
        </p:nvSpPr>
        <p:spPr>
          <a:xfrm>
            <a:off x="838200" y="6356350"/>
            <a:ext cx="2743200" cy="365125"/>
          </a:xfrm>
        </p:spPr>
        <p:txBody>
          <a:bodyPr/>
          <a:lstStyle/>
          <a:p>
            <a:r>
              <a:rPr lang="en-US" dirty="0"/>
              <a:t>10/11/2025</a:t>
            </a:r>
          </a:p>
        </p:txBody>
      </p:sp>
      <p:sp>
        <p:nvSpPr>
          <p:cNvPr id="4" name="Footer Placeholder 3">
            <a:extLst>
              <a:ext uri="{FF2B5EF4-FFF2-40B4-BE49-F238E27FC236}">
                <a16:creationId xmlns:a16="http://schemas.microsoft.com/office/drawing/2014/main" id="{39A1B61E-959F-1E46-9E7A-BE696E1725B0}"/>
              </a:ext>
            </a:extLst>
          </p:cNvPr>
          <p:cNvSpPr>
            <a:spLocks noGrp="1"/>
          </p:cNvSpPr>
          <p:nvPr>
            <p:ph type="ftr" sz="quarter" idx="11"/>
          </p:nvPr>
        </p:nvSpPr>
        <p:spPr>
          <a:xfrm>
            <a:off x="4038600" y="6356350"/>
            <a:ext cx="4114800" cy="365125"/>
          </a:xfrm>
        </p:spPr>
        <p:txBody>
          <a:bodyPr/>
          <a:lstStyle/>
          <a:p>
            <a:r>
              <a:rPr lang="en-US" dirty="0"/>
              <a:t>Isabelle Lynch</a:t>
            </a:r>
          </a:p>
        </p:txBody>
      </p:sp>
      <p:sp>
        <p:nvSpPr>
          <p:cNvPr id="5" name="Slide Number Placeholder 4">
            <a:extLst>
              <a:ext uri="{FF2B5EF4-FFF2-40B4-BE49-F238E27FC236}">
                <a16:creationId xmlns:a16="http://schemas.microsoft.com/office/drawing/2014/main" id="{9FE317CF-F566-4865-C51F-4E60CBD92AF1}"/>
              </a:ext>
            </a:extLst>
          </p:cNvPr>
          <p:cNvSpPr>
            <a:spLocks noGrp="1"/>
          </p:cNvSpPr>
          <p:nvPr>
            <p:ph type="sldNum" sz="quarter" idx="12"/>
          </p:nvPr>
        </p:nvSpPr>
        <p:spPr>
          <a:xfrm>
            <a:off x="8610600" y="6356350"/>
            <a:ext cx="2743200" cy="365125"/>
          </a:xfrm>
        </p:spPr>
        <p:txBody>
          <a:bodyPr/>
          <a:lstStyle/>
          <a:p>
            <a:fld id="{A402E4C0-AD5E-4E8C-9F21-7CCE474BDCEB}" type="slidenum">
              <a:rPr lang="en-US" smtClean="0"/>
              <a:pPr/>
              <a:t>9</a:t>
            </a:fld>
            <a:endParaRPr lang="en-US" dirty="0"/>
          </a:p>
        </p:txBody>
      </p:sp>
      <p:sp>
        <p:nvSpPr>
          <p:cNvPr id="2" name="Text Placeholder 7">
            <a:extLst>
              <a:ext uri="{FF2B5EF4-FFF2-40B4-BE49-F238E27FC236}">
                <a16:creationId xmlns:a16="http://schemas.microsoft.com/office/drawing/2014/main" id="{E320BF1C-29D0-4ED0-8CED-6388FB4D8E50}"/>
              </a:ext>
            </a:extLst>
          </p:cNvPr>
          <p:cNvSpPr txBox="1">
            <a:spLocks/>
          </p:cNvSpPr>
          <p:nvPr/>
        </p:nvSpPr>
        <p:spPr>
          <a:xfrm>
            <a:off x="99563" y="2276636"/>
            <a:ext cx="2908813" cy="36512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cap="all" spc="200" baseline="0">
                <a:solidFill>
                  <a:schemeClr val="accent5"/>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800" dirty="0">
                <a:solidFill>
                  <a:srgbClr val="F9C2FB"/>
                </a:solidFill>
              </a:rPr>
              <a:t>Build</a:t>
            </a:r>
          </a:p>
        </p:txBody>
      </p:sp>
      <p:sp>
        <p:nvSpPr>
          <p:cNvPr id="6" name="Text Placeholder 5">
            <a:extLst>
              <a:ext uri="{FF2B5EF4-FFF2-40B4-BE49-F238E27FC236}">
                <a16:creationId xmlns:a16="http://schemas.microsoft.com/office/drawing/2014/main" id="{17BE8D18-2917-2306-1A63-42BF6DCC2150}"/>
              </a:ext>
            </a:extLst>
          </p:cNvPr>
          <p:cNvSpPr txBox="1">
            <a:spLocks/>
          </p:cNvSpPr>
          <p:nvPr/>
        </p:nvSpPr>
        <p:spPr>
          <a:xfrm>
            <a:off x="322542" y="3132610"/>
            <a:ext cx="2536249" cy="2637249"/>
          </a:xfrm>
          <a:prstGeom prst="rect">
            <a:avLst/>
          </a:prstGeom>
        </p:spPr>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50000"/>
              </a:lnSpc>
              <a:spcBef>
                <a:spcPts val="0"/>
              </a:spcBef>
              <a:spcAft>
                <a:spcPts val="0"/>
              </a:spcAft>
              <a:buClr>
                <a:srgbClr val="02DCFA"/>
              </a:buClr>
              <a:buSzTx/>
              <a:buFont typeface="Courier New" panose="02070309020205020404" pitchFamily="49" charset="0"/>
              <a:buNone/>
              <a:tabLst/>
              <a:defRPr/>
            </a:pPr>
            <a:r>
              <a:rPr lang="en-US" sz="1300" spc="100" dirty="0">
                <a:solidFill>
                  <a:srgbClr val="F9C2FB"/>
                </a:solidFill>
                <a:latin typeface="Bierstadt"/>
              </a:rPr>
              <a:t>Node.js allows developers to create powerful command-line and build tools that assist in software development and automate repetitive tasks. It is commonly used to build RESTful and </a:t>
            </a:r>
            <a:r>
              <a:rPr lang="en-US" sz="1300" spc="100" dirty="0" err="1">
                <a:solidFill>
                  <a:srgbClr val="F9C2FB"/>
                </a:solidFill>
                <a:latin typeface="Bierstadt"/>
              </a:rPr>
              <a:t>GraphQL</a:t>
            </a:r>
            <a:r>
              <a:rPr lang="en-US" sz="1300" spc="100" dirty="0">
                <a:solidFill>
                  <a:srgbClr val="F9C2FB"/>
                </a:solidFill>
                <a:latin typeface="Bierstadt"/>
              </a:rPr>
              <a:t> APIs, enabling communication between client and server. </a:t>
            </a:r>
            <a:endParaRPr kumimoji="0" lang="en-US" sz="1300" b="0" i="0" u="none" strike="noStrike" kern="1200" cap="none" spc="100" normalizeH="0" baseline="0" noProof="0" dirty="0">
              <a:ln>
                <a:noFill/>
              </a:ln>
              <a:solidFill>
                <a:srgbClr val="F9C2FB"/>
              </a:solidFill>
              <a:effectLst/>
              <a:uLnTx/>
              <a:uFillTx/>
              <a:latin typeface="Bierstadt"/>
              <a:ea typeface="+mn-ea"/>
              <a:cs typeface="+mn-cs"/>
            </a:endParaRPr>
          </a:p>
        </p:txBody>
      </p:sp>
      <p:cxnSp>
        <p:nvCxnSpPr>
          <p:cNvPr id="9" name="Straight Connector 8">
            <a:extLst>
              <a:ext uri="{FF2B5EF4-FFF2-40B4-BE49-F238E27FC236}">
                <a16:creationId xmlns:a16="http://schemas.microsoft.com/office/drawing/2014/main" id="{FE7025E2-3011-862F-DD7B-A07BF40A9E46}"/>
              </a:ext>
            </a:extLst>
          </p:cNvPr>
          <p:cNvCxnSpPr>
            <a:cxnSpLocks/>
          </p:cNvCxnSpPr>
          <p:nvPr/>
        </p:nvCxnSpPr>
        <p:spPr>
          <a:xfrm>
            <a:off x="395712" y="2883744"/>
            <a:ext cx="2413993" cy="0"/>
          </a:xfrm>
          <a:prstGeom prst="line">
            <a:avLst/>
          </a:prstGeom>
          <a:ln w="25400">
            <a:solidFill>
              <a:srgbClr val="F9C2FB"/>
            </a:solidFill>
          </a:ln>
        </p:spPr>
        <p:style>
          <a:lnRef idx="1">
            <a:schemeClr val="accent4"/>
          </a:lnRef>
          <a:fillRef idx="0">
            <a:schemeClr val="accent4"/>
          </a:fillRef>
          <a:effectRef idx="0">
            <a:schemeClr val="accent4"/>
          </a:effectRef>
          <a:fontRef idx="minor">
            <a:schemeClr val="tx1"/>
          </a:fontRef>
        </p:style>
      </p:cxnSp>
      <p:sp>
        <p:nvSpPr>
          <p:cNvPr id="11" name="Title 14">
            <a:extLst>
              <a:ext uri="{FF2B5EF4-FFF2-40B4-BE49-F238E27FC236}">
                <a16:creationId xmlns:a16="http://schemas.microsoft.com/office/drawing/2014/main" id="{13CEF9C2-0FE1-C119-0ADF-673210475C69}"/>
              </a:ext>
            </a:extLst>
          </p:cNvPr>
          <p:cNvSpPr>
            <a:spLocks noGrp="1"/>
          </p:cNvSpPr>
          <p:nvPr>
            <p:ph type="title"/>
          </p:nvPr>
        </p:nvSpPr>
        <p:spPr>
          <a:xfrm>
            <a:off x="2290135" y="803060"/>
            <a:ext cx="7606869" cy="466344"/>
          </a:xfrm>
        </p:spPr>
        <p:txBody>
          <a:bodyPr>
            <a:normAutofit fontScale="90000"/>
          </a:bodyPr>
          <a:lstStyle/>
          <a:p>
            <a:pPr algn="ctr"/>
            <a:r>
              <a:rPr lang="en-IE" sz="3600" dirty="0">
                <a:ln w="19050">
                  <a:solidFill>
                    <a:srgbClr val="F9C2FB"/>
                  </a:solidFill>
                </a:ln>
              </a:rPr>
              <a:t>What can node.js do?</a:t>
            </a:r>
          </a:p>
        </p:txBody>
      </p:sp>
      <p:cxnSp>
        <p:nvCxnSpPr>
          <p:cNvPr id="12" name="Straight Connector 11">
            <a:extLst>
              <a:ext uri="{FF2B5EF4-FFF2-40B4-BE49-F238E27FC236}">
                <a16:creationId xmlns:a16="http://schemas.microsoft.com/office/drawing/2014/main" id="{BB067FA1-5C19-B3C9-23CB-4CABB3B508E9}"/>
              </a:ext>
            </a:extLst>
          </p:cNvPr>
          <p:cNvCxnSpPr>
            <a:cxnSpLocks/>
          </p:cNvCxnSpPr>
          <p:nvPr/>
        </p:nvCxnSpPr>
        <p:spPr>
          <a:xfrm>
            <a:off x="2714861" y="1496916"/>
            <a:ext cx="6629400" cy="0"/>
          </a:xfrm>
          <a:prstGeom prst="line">
            <a:avLst/>
          </a:prstGeom>
          <a:ln w="25400">
            <a:solidFill>
              <a:srgbClr val="F9C2FB"/>
            </a:solidFill>
          </a:ln>
        </p:spPr>
        <p:style>
          <a:lnRef idx="1">
            <a:schemeClr val="accent4"/>
          </a:lnRef>
          <a:fillRef idx="0">
            <a:schemeClr val="accent4"/>
          </a:fillRef>
          <a:effectRef idx="0">
            <a:schemeClr val="accent4"/>
          </a:effectRef>
          <a:fontRef idx="minor">
            <a:schemeClr val="tx1"/>
          </a:fontRef>
        </p:style>
      </p:cxnSp>
      <p:sp>
        <p:nvSpPr>
          <p:cNvPr id="19" name="Text Placeholder 7">
            <a:extLst>
              <a:ext uri="{FF2B5EF4-FFF2-40B4-BE49-F238E27FC236}">
                <a16:creationId xmlns:a16="http://schemas.microsoft.com/office/drawing/2014/main" id="{76195B8E-D5AD-2F91-9CAF-5AE61465C965}"/>
              </a:ext>
            </a:extLst>
          </p:cNvPr>
          <p:cNvSpPr txBox="1">
            <a:spLocks/>
          </p:cNvSpPr>
          <p:nvPr/>
        </p:nvSpPr>
        <p:spPr>
          <a:xfrm>
            <a:off x="3008376" y="2276636"/>
            <a:ext cx="2908813" cy="36512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cap="all" spc="200" baseline="0">
                <a:solidFill>
                  <a:schemeClr val="accent5"/>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800" dirty="0">
                <a:solidFill>
                  <a:srgbClr val="F9C2FB"/>
                </a:solidFill>
              </a:rPr>
              <a:t>Create servers</a:t>
            </a:r>
          </a:p>
        </p:txBody>
      </p:sp>
      <p:sp>
        <p:nvSpPr>
          <p:cNvPr id="20" name="Text Placeholder 5">
            <a:extLst>
              <a:ext uri="{FF2B5EF4-FFF2-40B4-BE49-F238E27FC236}">
                <a16:creationId xmlns:a16="http://schemas.microsoft.com/office/drawing/2014/main" id="{38CF1C51-FED7-1CB6-B1BF-572C3B94DE0D}"/>
              </a:ext>
            </a:extLst>
          </p:cNvPr>
          <p:cNvSpPr txBox="1">
            <a:spLocks/>
          </p:cNvSpPr>
          <p:nvPr/>
        </p:nvSpPr>
        <p:spPr>
          <a:xfrm>
            <a:off x="3231355" y="3132610"/>
            <a:ext cx="2536249" cy="2856707"/>
          </a:xfrm>
          <a:prstGeom prst="rect">
            <a:avLst/>
          </a:prstGeom>
        </p:spPr>
        <p:txBody>
          <a:bodyPr>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50000"/>
              </a:lnSpc>
              <a:spcBef>
                <a:spcPts val="0"/>
              </a:spcBef>
              <a:spcAft>
                <a:spcPts val="0"/>
              </a:spcAft>
              <a:buClr>
                <a:srgbClr val="02DCFA"/>
              </a:buClr>
              <a:buSzTx/>
              <a:buFont typeface="Courier New" panose="02070309020205020404" pitchFamily="49" charset="0"/>
              <a:buNone/>
              <a:tabLst/>
              <a:defRPr/>
            </a:pPr>
            <a:r>
              <a:rPr lang="en-US" sz="1300" spc="100" dirty="0">
                <a:solidFill>
                  <a:srgbClr val="F9C2FB"/>
                </a:solidFill>
                <a:latin typeface="Bierstadt"/>
              </a:rPr>
              <a:t>Node.js is widely used to create fast, scalable network applications and web servers. Its non-blocking, event driven architecture allows it to manage multiple connections simultaneously, making it ideal for real-time applications such as chat servers, streaming platforms and online gaming platforms. </a:t>
            </a:r>
            <a:endParaRPr kumimoji="0" lang="en-US" sz="1300" b="0" i="0" u="none" strike="noStrike" kern="1200" cap="none" spc="100" normalizeH="0" baseline="0" noProof="0" dirty="0">
              <a:ln>
                <a:noFill/>
              </a:ln>
              <a:solidFill>
                <a:srgbClr val="F9C2FB"/>
              </a:solidFill>
              <a:effectLst/>
              <a:uLnTx/>
              <a:uFillTx/>
              <a:latin typeface="Bierstadt"/>
              <a:ea typeface="+mn-ea"/>
              <a:cs typeface="+mn-cs"/>
            </a:endParaRPr>
          </a:p>
        </p:txBody>
      </p:sp>
      <p:cxnSp>
        <p:nvCxnSpPr>
          <p:cNvPr id="21" name="Straight Connector 20">
            <a:extLst>
              <a:ext uri="{FF2B5EF4-FFF2-40B4-BE49-F238E27FC236}">
                <a16:creationId xmlns:a16="http://schemas.microsoft.com/office/drawing/2014/main" id="{317F0F94-9B1D-6C1D-9567-23D0C8626373}"/>
              </a:ext>
            </a:extLst>
          </p:cNvPr>
          <p:cNvCxnSpPr>
            <a:cxnSpLocks/>
          </p:cNvCxnSpPr>
          <p:nvPr/>
        </p:nvCxnSpPr>
        <p:spPr>
          <a:xfrm>
            <a:off x="3304525" y="2883744"/>
            <a:ext cx="2413993" cy="0"/>
          </a:xfrm>
          <a:prstGeom prst="line">
            <a:avLst/>
          </a:prstGeom>
          <a:ln w="25400">
            <a:solidFill>
              <a:srgbClr val="F9C2FB"/>
            </a:solidFill>
          </a:ln>
        </p:spPr>
        <p:style>
          <a:lnRef idx="1">
            <a:schemeClr val="accent4"/>
          </a:lnRef>
          <a:fillRef idx="0">
            <a:schemeClr val="accent4"/>
          </a:fillRef>
          <a:effectRef idx="0">
            <a:schemeClr val="accent4"/>
          </a:effectRef>
          <a:fontRef idx="minor">
            <a:schemeClr val="tx1"/>
          </a:fontRef>
        </p:style>
      </p:cxnSp>
      <p:sp>
        <p:nvSpPr>
          <p:cNvPr id="22" name="Text Placeholder 7">
            <a:extLst>
              <a:ext uri="{FF2B5EF4-FFF2-40B4-BE49-F238E27FC236}">
                <a16:creationId xmlns:a16="http://schemas.microsoft.com/office/drawing/2014/main" id="{092F162A-DD9E-6AF6-7A34-7417EEAEF6E2}"/>
              </a:ext>
            </a:extLst>
          </p:cNvPr>
          <p:cNvSpPr txBox="1">
            <a:spLocks/>
          </p:cNvSpPr>
          <p:nvPr/>
        </p:nvSpPr>
        <p:spPr>
          <a:xfrm>
            <a:off x="5917189" y="2150912"/>
            <a:ext cx="2908813" cy="36512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cap="all" spc="200" baseline="0">
                <a:solidFill>
                  <a:schemeClr val="accent5"/>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800" dirty="0">
                <a:solidFill>
                  <a:srgbClr val="F9C2FB"/>
                </a:solidFill>
              </a:rPr>
              <a:t>File system operations</a:t>
            </a:r>
          </a:p>
        </p:txBody>
      </p:sp>
      <p:sp>
        <p:nvSpPr>
          <p:cNvPr id="23" name="Text Placeholder 5">
            <a:extLst>
              <a:ext uri="{FF2B5EF4-FFF2-40B4-BE49-F238E27FC236}">
                <a16:creationId xmlns:a16="http://schemas.microsoft.com/office/drawing/2014/main" id="{53164324-3EFD-6C3E-438B-A1056216E3B1}"/>
              </a:ext>
            </a:extLst>
          </p:cNvPr>
          <p:cNvSpPr txBox="1">
            <a:spLocks/>
          </p:cNvSpPr>
          <p:nvPr/>
        </p:nvSpPr>
        <p:spPr>
          <a:xfrm>
            <a:off x="6140168" y="3132611"/>
            <a:ext cx="2536249" cy="1981930"/>
          </a:xfrm>
          <a:prstGeom prst="rect">
            <a:avLst/>
          </a:prstGeom>
        </p:spPr>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50000"/>
              </a:lnSpc>
              <a:spcBef>
                <a:spcPts val="0"/>
              </a:spcBef>
              <a:spcAft>
                <a:spcPts val="0"/>
              </a:spcAft>
              <a:buClr>
                <a:srgbClr val="02DCFA"/>
              </a:buClr>
              <a:buSzTx/>
              <a:buFont typeface="Courier New" panose="02070309020205020404" pitchFamily="49" charset="0"/>
              <a:buNone/>
              <a:tabLst/>
              <a:defRPr/>
            </a:pPr>
            <a:r>
              <a:rPr lang="en-US" sz="1300" spc="100" dirty="0">
                <a:solidFill>
                  <a:srgbClr val="F9C2FB"/>
                </a:solidFill>
                <a:latin typeface="Bierstadt"/>
              </a:rPr>
              <a:t>Node.js provides built in modules that allow developers to perform file-related operations such as reading, writing, updating, and deleting files directly on the server. </a:t>
            </a:r>
            <a:endParaRPr kumimoji="0" lang="en-US" sz="1300" b="0" i="0" u="none" strike="noStrike" kern="1200" cap="none" spc="100" normalizeH="0" baseline="0" noProof="0" dirty="0">
              <a:ln>
                <a:noFill/>
              </a:ln>
              <a:solidFill>
                <a:srgbClr val="F9C2FB"/>
              </a:solidFill>
              <a:effectLst/>
              <a:uLnTx/>
              <a:uFillTx/>
              <a:latin typeface="Bierstadt"/>
              <a:ea typeface="+mn-ea"/>
              <a:cs typeface="+mn-cs"/>
            </a:endParaRPr>
          </a:p>
        </p:txBody>
      </p:sp>
      <p:cxnSp>
        <p:nvCxnSpPr>
          <p:cNvPr id="24" name="Straight Connector 23">
            <a:extLst>
              <a:ext uri="{FF2B5EF4-FFF2-40B4-BE49-F238E27FC236}">
                <a16:creationId xmlns:a16="http://schemas.microsoft.com/office/drawing/2014/main" id="{41BE742D-7675-C528-B0CF-EE425431175C}"/>
              </a:ext>
            </a:extLst>
          </p:cNvPr>
          <p:cNvCxnSpPr>
            <a:cxnSpLocks/>
          </p:cNvCxnSpPr>
          <p:nvPr/>
        </p:nvCxnSpPr>
        <p:spPr>
          <a:xfrm>
            <a:off x="6213338" y="2883744"/>
            <a:ext cx="2413993" cy="0"/>
          </a:xfrm>
          <a:prstGeom prst="line">
            <a:avLst/>
          </a:prstGeom>
          <a:ln w="25400">
            <a:solidFill>
              <a:srgbClr val="F9C2FB"/>
            </a:solidFill>
          </a:ln>
        </p:spPr>
        <p:style>
          <a:lnRef idx="1">
            <a:schemeClr val="accent4"/>
          </a:lnRef>
          <a:fillRef idx="0">
            <a:schemeClr val="accent4"/>
          </a:fillRef>
          <a:effectRef idx="0">
            <a:schemeClr val="accent4"/>
          </a:effectRef>
          <a:fontRef idx="minor">
            <a:schemeClr val="tx1"/>
          </a:fontRef>
        </p:style>
      </p:cxnSp>
      <p:sp>
        <p:nvSpPr>
          <p:cNvPr id="25" name="Text Placeholder 7">
            <a:extLst>
              <a:ext uri="{FF2B5EF4-FFF2-40B4-BE49-F238E27FC236}">
                <a16:creationId xmlns:a16="http://schemas.microsoft.com/office/drawing/2014/main" id="{A471CF4E-5695-C673-7650-B84C8E769CD5}"/>
              </a:ext>
            </a:extLst>
          </p:cNvPr>
          <p:cNvSpPr txBox="1">
            <a:spLocks/>
          </p:cNvSpPr>
          <p:nvPr/>
        </p:nvSpPr>
        <p:spPr>
          <a:xfrm>
            <a:off x="8826002" y="2150912"/>
            <a:ext cx="2908813" cy="36512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cap="all" spc="200" baseline="0">
                <a:solidFill>
                  <a:schemeClr val="accent5"/>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800" dirty="0">
                <a:solidFill>
                  <a:srgbClr val="F9C2FB"/>
                </a:solidFill>
              </a:rPr>
              <a:t>Database interactions</a:t>
            </a:r>
          </a:p>
        </p:txBody>
      </p:sp>
      <p:sp>
        <p:nvSpPr>
          <p:cNvPr id="26" name="Text Placeholder 5">
            <a:extLst>
              <a:ext uri="{FF2B5EF4-FFF2-40B4-BE49-F238E27FC236}">
                <a16:creationId xmlns:a16="http://schemas.microsoft.com/office/drawing/2014/main" id="{FFF9B29F-C141-09D8-9F34-D957A8768AEB}"/>
              </a:ext>
            </a:extLst>
          </p:cNvPr>
          <p:cNvSpPr txBox="1">
            <a:spLocks/>
          </p:cNvSpPr>
          <p:nvPr/>
        </p:nvSpPr>
        <p:spPr>
          <a:xfrm>
            <a:off x="9048981" y="3132610"/>
            <a:ext cx="2536249" cy="2719545"/>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50000"/>
              </a:lnSpc>
              <a:spcBef>
                <a:spcPts val="0"/>
              </a:spcBef>
              <a:spcAft>
                <a:spcPts val="0"/>
              </a:spcAft>
              <a:buClr>
                <a:srgbClr val="02DCFA"/>
              </a:buClr>
              <a:buSzTx/>
              <a:buFont typeface="Courier New" panose="02070309020205020404" pitchFamily="49" charset="0"/>
              <a:buNone/>
              <a:tabLst/>
              <a:defRPr/>
            </a:pPr>
            <a:r>
              <a:rPr lang="en-US" sz="1300" spc="100" dirty="0">
                <a:solidFill>
                  <a:srgbClr val="F9C2FB"/>
                </a:solidFill>
                <a:latin typeface="Bierstadt"/>
              </a:rPr>
              <a:t>Node.js supports seamless integration with various databases, both relational and non-relational, including MySQL, PostgreSQL, and MongoDB. It allows developers to efficiently query, update, and manage data within applications. </a:t>
            </a:r>
            <a:endParaRPr kumimoji="0" lang="en-US" sz="1300" b="0" i="0" u="none" strike="noStrike" kern="1200" cap="none" spc="100" normalizeH="0" baseline="0" noProof="0" dirty="0">
              <a:ln>
                <a:noFill/>
              </a:ln>
              <a:solidFill>
                <a:srgbClr val="F9C2FB"/>
              </a:solidFill>
              <a:effectLst/>
              <a:uLnTx/>
              <a:uFillTx/>
              <a:latin typeface="Bierstadt"/>
              <a:ea typeface="+mn-ea"/>
              <a:cs typeface="+mn-cs"/>
            </a:endParaRPr>
          </a:p>
        </p:txBody>
      </p:sp>
      <p:cxnSp>
        <p:nvCxnSpPr>
          <p:cNvPr id="27" name="Straight Connector 26">
            <a:extLst>
              <a:ext uri="{FF2B5EF4-FFF2-40B4-BE49-F238E27FC236}">
                <a16:creationId xmlns:a16="http://schemas.microsoft.com/office/drawing/2014/main" id="{651B2B1A-EAF3-DEAB-DCFF-F8DF753B0BE3}"/>
              </a:ext>
            </a:extLst>
          </p:cNvPr>
          <p:cNvCxnSpPr>
            <a:cxnSpLocks/>
          </p:cNvCxnSpPr>
          <p:nvPr/>
        </p:nvCxnSpPr>
        <p:spPr>
          <a:xfrm>
            <a:off x="9122151" y="2883744"/>
            <a:ext cx="2413993" cy="0"/>
          </a:xfrm>
          <a:prstGeom prst="line">
            <a:avLst/>
          </a:prstGeom>
          <a:ln w="25400">
            <a:solidFill>
              <a:srgbClr val="F9C2FB"/>
            </a:solidFill>
          </a:ln>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345559544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42" presetClass="entr" presetSubtype="0" fill="hold" grpId="0" nodeType="after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1000"/>
                                        <p:tgtEl>
                                          <p:spTgt spid="19"/>
                                        </p:tgtEl>
                                      </p:cBhvr>
                                    </p:animEffect>
                                    <p:anim calcmode="lin" valueType="num">
                                      <p:cBhvr>
                                        <p:cTn id="19" dur="1000" fill="hold"/>
                                        <p:tgtEl>
                                          <p:spTgt spid="19"/>
                                        </p:tgtEl>
                                        <p:attrNameLst>
                                          <p:attrName>ppt_x</p:attrName>
                                        </p:attrNameLst>
                                      </p:cBhvr>
                                      <p:tavLst>
                                        <p:tav tm="0">
                                          <p:val>
                                            <p:strVal val="#ppt_x"/>
                                          </p:val>
                                        </p:tav>
                                        <p:tav tm="100000">
                                          <p:val>
                                            <p:strVal val="#ppt_x"/>
                                          </p:val>
                                        </p:tav>
                                      </p:tavLst>
                                    </p:anim>
                                    <p:anim calcmode="lin" valueType="num">
                                      <p:cBhvr>
                                        <p:cTn id="20" dur="1000" fill="hold"/>
                                        <p:tgtEl>
                                          <p:spTgt spid="19"/>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1000"/>
                                        <p:tgtEl>
                                          <p:spTgt spid="20"/>
                                        </p:tgtEl>
                                      </p:cBhvr>
                                    </p:animEffect>
                                    <p:anim calcmode="lin" valueType="num">
                                      <p:cBhvr>
                                        <p:cTn id="24" dur="1000" fill="hold"/>
                                        <p:tgtEl>
                                          <p:spTgt spid="20"/>
                                        </p:tgtEl>
                                        <p:attrNameLst>
                                          <p:attrName>ppt_x</p:attrName>
                                        </p:attrNameLst>
                                      </p:cBhvr>
                                      <p:tavLst>
                                        <p:tav tm="0">
                                          <p:val>
                                            <p:strVal val="#ppt_x"/>
                                          </p:val>
                                        </p:tav>
                                        <p:tav tm="100000">
                                          <p:val>
                                            <p:strVal val="#ppt_x"/>
                                          </p:val>
                                        </p:tav>
                                      </p:tavLst>
                                    </p:anim>
                                    <p:anim calcmode="lin" valueType="num">
                                      <p:cBhvr>
                                        <p:cTn id="25" dur="1000" fill="hold"/>
                                        <p:tgtEl>
                                          <p:spTgt spid="20"/>
                                        </p:tgtEl>
                                        <p:attrNameLst>
                                          <p:attrName>ppt_y</p:attrName>
                                        </p:attrNameLst>
                                      </p:cBhvr>
                                      <p:tavLst>
                                        <p:tav tm="0">
                                          <p:val>
                                            <p:strVal val="#ppt_y+.1"/>
                                          </p:val>
                                        </p:tav>
                                        <p:tav tm="100000">
                                          <p:val>
                                            <p:strVal val="#ppt_y"/>
                                          </p:val>
                                        </p:tav>
                                      </p:tavLst>
                                    </p:anim>
                                  </p:childTnLst>
                                </p:cTn>
                              </p:par>
                            </p:childTnLst>
                          </p:cTn>
                        </p:par>
                        <p:par>
                          <p:cTn id="26" fill="hold">
                            <p:stCondLst>
                              <p:cond delay="2000"/>
                            </p:stCondLst>
                            <p:childTnLst>
                              <p:par>
                                <p:cTn id="27" presetID="42" presetClass="entr" presetSubtype="0" fill="hold" grpId="0" nodeType="afterEffect">
                                  <p:stCondLst>
                                    <p:cond delay="0"/>
                                  </p:stCondLst>
                                  <p:childTnLst>
                                    <p:set>
                                      <p:cBhvr>
                                        <p:cTn id="28" dur="1" fill="hold">
                                          <p:stCondLst>
                                            <p:cond delay="0"/>
                                          </p:stCondLst>
                                        </p:cTn>
                                        <p:tgtEl>
                                          <p:spTgt spid="22"/>
                                        </p:tgtEl>
                                        <p:attrNameLst>
                                          <p:attrName>style.visibility</p:attrName>
                                        </p:attrNameLst>
                                      </p:cBhvr>
                                      <p:to>
                                        <p:strVal val="visible"/>
                                      </p:to>
                                    </p:set>
                                    <p:animEffect transition="in" filter="fade">
                                      <p:cBhvr>
                                        <p:cTn id="29" dur="1000"/>
                                        <p:tgtEl>
                                          <p:spTgt spid="22"/>
                                        </p:tgtEl>
                                      </p:cBhvr>
                                    </p:animEffect>
                                    <p:anim calcmode="lin" valueType="num">
                                      <p:cBhvr>
                                        <p:cTn id="30" dur="1000" fill="hold"/>
                                        <p:tgtEl>
                                          <p:spTgt spid="22"/>
                                        </p:tgtEl>
                                        <p:attrNameLst>
                                          <p:attrName>ppt_x</p:attrName>
                                        </p:attrNameLst>
                                      </p:cBhvr>
                                      <p:tavLst>
                                        <p:tav tm="0">
                                          <p:val>
                                            <p:strVal val="#ppt_x"/>
                                          </p:val>
                                        </p:tav>
                                        <p:tav tm="100000">
                                          <p:val>
                                            <p:strVal val="#ppt_x"/>
                                          </p:val>
                                        </p:tav>
                                      </p:tavLst>
                                    </p:anim>
                                    <p:anim calcmode="lin" valueType="num">
                                      <p:cBhvr>
                                        <p:cTn id="31" dur="1000" fill="hold"/>
                                        <p:tgtEl>
                                          <p:spTgt spid="22"/>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1000"/>
                                        <p:tgtEl>
                                          <p:spTgt spid="23"/>
                                        </p:tgtEl>
                                      </p:cBhvr>
                                    </p:animEffect>
                                    <p:anim calcmode="lin" valueType="num">
                                      <p:cBhvr>
                                        <p:cTn id="35" dur="1000" fill="hold"/>
                                        <p:tgtEl>
                                          <p:spTgt spid="23"/>
                                        </p:tgtEl>
                                        <p:attrNameLst>
                                          <p:attrName>ppt_x</p:attrName>
                                        </p:attrNameLst>
                                      </p:cBhvr>
                                      <p:tavLst>
                                        <p:tav tm="0">
                                          <p:val>
                                            <p:strVal val="#ppt_x"/>
                                          </p:val>
                                        </p:tav>
                                        <p:tav tm="100000">
                                          <p:val>
                                            <p:strVal val="#ppt_x"/>
                                          </p:val>
                                        </p:tav>
                                      </p:tavLst>
                                    </p:anim>
                                    <p:anim calcmode="lin" valueType="num">
                                      <p:cBhvr>
                                        <p:cTn id="36" dur="1000" fill="hold"/>
                                        <p:tgtEl>
                                          <p:spTgt spid="23"/>
                                        </p:tgtEl>
                                        <p:attrNameLst>
                                          <p:attrName>ppt_y</p:attrName>
                                        </p:attrNameLst>
                                      </p:cBhvr>
                                      <p:tavLst>
                                        <p:tav tm="0">
                                          <p:val>
                                            <p:strVal val="#ppt_y+.1"/>
                                          </p:val>
                                        </p:tav>
                                        <p:tav tm="100000">
                                          <p:val>
                                            <p:strVal val="#ppt_y"/>
                                          </p:val>
                                        </p:tav>
                                      </p:tavLst>
                                    </p:anim>
                                  </p:childTnLst>
                                </p:cTn>
                              </p:par>
                            </p:childTnLst>
                          </p:cTn>
                        </p:par>
                        <p:par>
                          <p:cTn id="37" fill="hold">
                            <p:stCondLst>
                              <p:cond delay="3000"/>
                            </p:stCondLst>
                            <p:childTnLst>
                              <p:par>
                                <p:cTn id="38" presetID="42" presetClass="entr" presetSubtype="0" fill="hold" grpId="0" nodeType="after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1000"/>
                                        <p:tgtEl>
                                          <p:spTgt spid="25"/>
                                        </p:tgtEl>
                                      </p:cBhvr>
                                    </p:animEffect>
                                    <p:anim calcmode="lin" valueType="num">
                                      <p:cBhvr>
                                        <p:cTn id="41" dur="1000" fill="hold"/>
                                        <p:tgtEl>
                                          <p:spTgt spid="25"/>
                                        </p:tgtEl>
                                        <p:attrNameLst>
                                          <p:attrName>ppt_x</p:attrName>
                                        </p:attrNameLst>
                                      </p:cBhvr>
                                      <p:tavLst>
                                        <p:tav tm="0">
                                          <p:val>
                                            <p:strVal val="#ppt_x"/>
                                          </p:val>
                                        </p:tav>
                                        <p:tav tm="100000">
                                          <p:val>
                                            <p:strVal val="#ppt_x"/>
                                          </p:val>
                                        </p:tav>
                                      </p:tavLst>
                                    </p:anim>
                                    <p:anim calcmode="lin" valueType="num">
                                      <p:cBhvr>
                                        <p:cTn id="42" dur="1000" fill="hold"/>
                                        <p:tgtEl>
                                          <p:spTgt spid="25"/>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26"/>
                                        </p:tgtEl>
                                        <p:attrNameLst>
                                          <p:attrName>style.visibility</p:attrName>
                                        </p:attrNameLst>
                                      </p:cBhvr>
                                      <p:to>
                                        <p:strVal val="visible"/>
                                      </p:to>
                                    </p:set>
                                    <p:animEffect transition="in" filter="fade">
                                      <p:cBhvr>
                                        <p:cTn id="45" dur="1000"/>
                                        <p:tgtEl>
                                          <p:spTgt spid="26"/>
                                        </p:tgtEl>
                                      </p:cBhvr>
                                    </p:animEffect>
                                    <p:anim calcmode="lin" valueType="num">
                                      <p:cBhvr>
                                        <p:cTn id="46" dur="1000" fill="hold"/>
                                        <p:tgtEl>
                                          <p:spTgt spid="26"/>
                                        </p:tgtEl>
                                        <p:attrNameLst>
                                          <p:attrName>ppt_x</p:attrName>
                                        </p:attrNameLst>
                                      </p:cBhvr>
                                      <p:tavLst>
                                        <p:tav tm="0">
                                          <p:val>
                                            <p:strVal val="#ppt_x"/>
                                          </p:val>
                                        </p:tav>
                                        <p:tav tm="100000">
                                          <p:val>
                                            <p:strVal val="#ppt_x"/>
                                          </p:val>
                                        </p:tav>
                                      </p:tavLst>
                                    </p:anim>
                                    <p:anim calcmode="lin" valueType="num">
                                      <p:cBhvr>
                                        <p:cTn id="47"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19" grpId="0"/>
      <p:bldP spid="20" grpId="0"/>
      <p:bldP spid="22" grpId="0"/>
      <p:bldP spid="23" grpId="0"/>
      <p:bldP spid="25" grpId="0"/>
      <p:bldP spid="2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2EA60-8DD8-7B93-2BC3-41BB9CF4A604}"/>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ACE334A2-98BE-D4FE-82D7-0B08F26958AF}"/>
              </a:ext>
            </a:extLst>
          </p:cNvPr>
          <p:cNvSpPr>
            <a:spLocks noGrp="1"/>
          </p:cNvSpPr>
          <p:nvPr>
            <p:ph type="dt" sz="half" idx="10"/>
          </p:nvPr>
        </p:nvSpPr>
        <p:spPr>
          <a:xfrm>
            <a:off x="838200" y="6356350"/>
            <a:ext cx="2743200" cy="365125"/>
          </a:xfrm>
        </p:spPr>
        <p:txBody>
          <a:bodyPr/>
          <a:lstStyle/>
          <a:p>
            <a:r>
              <a:rPr lang="en-US" dirty="0"/>
              <a:t>10/11/2025</a:t>
            </a:r>
          </a:p>
        </p:txBody>
      </p:sp>
      <p:sp>
        <p:nvSpPr>
          <p:cNvPr id="4" name="Footer Placeholder 3">
            <a:extLst>
              <a:ext uri="{FF2B5EF4-FFF2-40B4-BE49-F238E27FC236}">
                <a16:creationId xmlns:a16="http://schemas.microsoft.com/office/drawing/2014/main" id="{EAED2D64-8D3E-EC2D-D1F9-C98AF08D0B89}"/>
              </a:ext>
            </a:extLst>
          </p:cNvPr>
          <p:cNvSpPr>
            <a:spLocks noGrp="1"/>
          </p:cNvSpPr>
          <p:nvPr>
            <p:ph type="ftr" sz="quarter" idx="11"/>
          </p:nvPr>
        </p:nvSpPr>
        <p:spPr>
          <a:xfrm>
            <a:off x="4038600" y="6356350"/>
            <a:ext cx="4114800" cy="365125"/>
          </a:xfrm>
        </p:spPr>
        <p:txBody>
          <a:bodyPr/>
          <a:lstStyle/>
          <a:p>
            <a:r>
              <a:rPr lang="en-US" dirty="0"/>
              <a:t>Isabelle Lynch</a:t>
            </a:r>
          </a:p>
        </p:txBody>
      </p:sp>
      <p:sp>
        <p:nvSpPr>
          <p:cNvPr id="5" name="Slide Number Placeholder 4">
            <a:extLst>
              <a:ext uri="{FF2B5EF4-FFF2-40B4-BE49-F238E27FC236}">
                <a16:creationId xmlns:a16="http://schemas.microsoft.com/office/drawing/2014/main" id="{9EA4C86E-040F-9541-2679-A2237B37DB4E}"/>
              </a:ext>
            </a:extLst>
          </p:cNvPr>
          <p:cNvSpPr>
            <a:spLocks noGrp="1"/>
          </p:cNvSpPr>
          <p:nvPr>
            <p:ph type="sldNum" sz="quarter" idx="12"/>
          </p:nvPr>
        </p:nvSpPr>
        <p:spPr>
          <a:xfrm>
            <a:off x="8610600" y="6356350"/>
            <a:ext cx="2743200" cy="365125"/>
          </a:xfrm>
        </p:spPr>
        <p:txBody>
          <a:bodyPr/>
          <a:lstStyle/>
          <a:p>
            <a:fld id="{A402E4C0-AD5E-4E8C-9F21-7CCE474BDCEB}" type="slidenum">
              <a:rPr lang="en-US" smtClean="0"/>
              <a:pPr/>
              <a:t>10</a:t>
            </a:fld>
            <a:endParaRPr lang="en-US" dirty="0"/>
          </a:p>
        </p:txBody>
      </p:sp>
      <p:sp>
        <p:nvSpPr>
          <p:cNvPr id="6" name="Text Placeholder 5">
            <a:extLst>
              <a:ext uri="{FF2B5EF4-FFF2-40B4-BE49-F238E27FC236}">
                <a16:creationId xmlns:a16="http://schemas.microsoft.com/office/drawing/2014/main" id="{80808CAC-371E-2989-AEAC-95E883BCCCD3}"/>
              </a:ext>
            </a:extLst>
          </p:cNvPr>
          <p:cNvSpPr txBox="1">
            <a:spLocks/>
          </p:cNvSpPr>
          <p:nvPr/>
        </p:nvSpPr>
        <p:spPr>
          <a:xfrm>
            <a:off x="2520081" y="1305581"/>
            <a:ext cx="7146978" cy="1099287"/>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50000"/>
              </a:lnSpc>
              <a:spcBef>
                <a:spcPts val="0"/>
              </a:spcBef>
              <a:spcAft>
                <a:spcPts val="0"/>
              </a:spcAft>
              <a:buClr>
                <a:srgbClr val="02DCFA"/>
              </a:buClr>
              <a:buSzTx/>
              <a:buFont typeface="Courier New" panose="02070309020205020404" pitchFamily="49" charset="0"/>
              <a:buNone/>
              <a:tabLst/>
              <a:defRPr/>
            </a:pPr>
            <a:r>
              <a:rPr lang="en-US" sz="1300" spc="100" dirty="0">
                <a:solidFill>
                  <a:srgbClr val="F9C2FB"/>
                </a:solidFill>
                <a:latin typeface="Bierstadt"/>
              </a:rPr>
              <a:t>An example of a simple program, written on Node.js is shown in Figure 1. This program creates a server and prints out ‘Hello World!’, which is demonstrated in Figure 2. </a:t>
            </a:r>
            <a:endParaRPr kumimoji="0" lang="en-US" sz="1300" b="0" i="0" u="none" strike="noStrike" kern="1200" cap="none" spc="100" normalizeH="0" baseline="0" noProof="0" dirty="0">
              <a:ln>
                <a:noFill/>
              </a:ln>
              <a:solidFill>
                <a:srgbClr val="F9C2FB"/>
              </a:solidFill>
              <a:effectLst/>
              <a:uLnTx/>
              <a:uFillTx/>
              <a:latin typeface="Bierstadt"/>
              <a:ea typeface="+mn-ea"/>
              <a:cs typeface="+mn-cs"/>
            </a:endParaRPr>
          </a:p>
        </p:txBody>
      </p:sp>
      <p:sp>
        <p:nvSpPr>
          <p:cNvPr id="11" name="Title 14">
            <a:extLst>
              <a:ext uri="{FF2B5EF4-FFF2-40B4-BE49-F238E27FC236}">
                <a16:creationId xmlns:a16="http://schemas.microsoft.com/office/drawing/2014/main" id="{2A136090-12DD-98F3-3932-4E3105228253}"/>
              </a:ext>
            </a:extLst>
          </p:cNvPr>
          <p:cNvSpPr>
            <a:spLocks noGrp="1"/>
          </p:cNvSpPr>
          <p:nvPr>
            <p:ph type="title"/>
          </p:nvPr>
        </p:nvSpPr>
        <p:spPr>
          <a:xfrm>
            <a:off x="3667683" y="380660"/>
            <a:ext cx="4856634" cy="466344"/>
          </a:xfrm>
        </p:spPr>
        <p:txBody>
          <a:bodyPr>
            <a:normAutofit fontScale="90000"/>
          </a:bodyPr>
          <a:lstStyle/>
          <a:p>
            <a:pPr algn="ctr"/>
            <a:r>
              <a:rPr lang="en-IE" sz="3600" dirty="0">
                <a:ln w="19050">
                  <a:solidFill>
                    <a:srgbClr val="F9C2FB"/>
                  </a:solidFill>
                </a:ln>
              </a:rPr>
              <a:t>Sample code</a:t>
            </a:r>
          </a:p>
        </p:txBody>
      </p:sp>
      <p:cxnSp>
        <p:nvCxnSpPr>
          <p:cNvPr id="12" name="Straight Connector 11">
            <a:extLst>
              <a:ext uri="{FF2B5EF4-FFF2-40B4-BE49-F238E27FC236}">
                <a16:creationId xmlns:a16="http://schemas.microsoft.com/office/drawing/2014/main" id="{A4DC472A-CDE1-5539-7B8E-A1545E6ACFC0}"/>
              </a:ext>
            </a:extLst>
          </p:cNvPr>
          <p:cNvCxnSpPr>
            <a:cxnSpLocks/>
          </p:cNvCxnSpPr>
          <p:nvPr/>
        </p:nvCxnSpPr>
        <p:spPr>
          <a:xfrm>
            <a:off x="4648800" y="1048860"/>
            <a:ext cx="2889540" cy="0"/>
          </a:xfrm>
          <a:prstGeom prst="line">
            <a:avLst/>
          </a:prstGeom>
          <a:ln w="25400">
            <a:solidFill>
              <a:srgbClr val="F9C2FB"/>
            </a:solidFill>
          </a:ln>
        </p:spPr>
        <p:style>
          <a:lnRef idx="1">
            <a:schemeClr val="accent4"/>
          </a:lnRef>
          <a:fillRef idx="0">
            <a:schemeClr val="accent4"/>
          </a:fillRef>
          <a:effectRef idx="0">
            <a:schemeClr val="accent4"/>
          </a:effectRef>
          <a:fontRef idx="minor">
            <a:schemeClr val="tx1"/>
          </a:fontRef>
        </p:style>
      </p:cxnSp>
      <p:pic>
        <p:nvPicPr>
          <p:cNvPr id="13" name="Picture 12">
            <a:extLst>
              <a:ext uri="{FF2B5EF4-FFF2-40B4-BE49-F238E27FC236}">
                <a16:creationId xmlns:a16="http://schemas.microsoft.com/office/drawing/2014/main" id="{FC28F07C-0DBE-E692-D2D8-5254D2352CEB}"/>
              </a:ext>
            </a:extLst>
          </p:cNvPr>
          <p:cNvPicPr/>
          <p:nvPr/>
        </p:nvPicPr>
        <p:blipFill>
          <a:blip r:embed="rId2"/>
          <a:stretch>
            <a:fillRect/>
          </a:stretch>
        </p:blipFill>
        <p:spPr>
          <a:xfrm>
            <a:off x="4155422" y="2633468"/>
            <a:ext cx="3876295" cy="1252347"/>
          </a:xfrm>
          <a:prstGeom prst="rect">
            <a:avLst/>
          </a:prstGeom>
        </p:spPr>
        <p:style>
          <a:lnRef idx="1">
            <a:schemeClr val="accent4"/>
          </a:lnRef>
          <a:fillRef idx="2">
            <a:schemeClr val="accent4"/>
          </a:fillRef>
          <a:effectRef idx="1">
            <a:schemeClr val="accent4"/>
          </a:effectRef>
          <a:fontRef idx="minor">
            <a:schemeClr val="dk1"/>
          </a:fontRef>
        </p:style>
      </p:pic>
      <p:sp>
        <p:nvSpPr>
          <p:cNvPr id="14" name="Text Placeholder 5">
            <a:extLst>
              <a:ext uri="{FF2B5EF4-FFF2-40B4-BE49-F238E27FC236}">
                <a16:creationId xmlns:a16="http://schemas.microsoft.com/office/drawing/2014/main" id="{F793F380-AC1E-C81A-47A8-427DE7E3018C}"/>
              </a:ext>
            </a:extLst>
          </p:cNvPr>
          <p:cNvSpPr txBox="1">
            <a:spLocks/>
          </p:cNvSpPr>
          <p:nvPr/>
        </p:nvSpPr>
        <p:spPr>
          <a:xfrm>
            <a:off x="2520081" y="3849932"/>
            <a:ext cx="7146978" cy="36512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50000"/>
              </a:lnSpc>
              <a:spcBef>
                <a:spcPts val="0"/>
              </a:spcBef>
              <a:spcAft>
                <a:spcPts val="0"/>
              </a:spcAft>
              <a:buClr>
                <a:srgbClr val="02DCFA"/>
              </a:buClr>
              <a:buSzTx/>
              <a:buFont typeface="Courier New" panose="02070309020205020404" pitchFamily="49" charset="0"/>
              <a:buNone/>
              <a:tabLst/>
              <a:defRPr/>
            </a:pPr>
            <a:r>
              <a:rPr lang="en-US" sz="1300" i="1" spc="100" dirty="0">
                <a:solidFill>
                  <a:srgbClr val="F9C2FB"/>
                </a:solidFill>
                <a:latin typeface="Bierstadt"/>
              </a:rPr>
              <a:t>Figure 1</a:t>
            </a:r>
            <a:endParaRPr kumimoji="0" lang="en-US" sz="1300" b="0" i="1" u="none" strike="noStrike" kern="1200" cap="none" spc="100" normalizeH="0" baseline="0" noProof="0" dirty="0">
              <a:ln>
                <a:noFill/>
              </a:ln>
              <a:solidFill>
                <a:srgbClr val="F9C2FB"/>
              </a:solidFill>
              <a:effectLst/>
              <a:uLnTx/>
              <a:uFillTx/>
              <a:latin typeface="Bierstadt"/>
              <a:ea typeface="+mn-ea"/>
              <a:cs typeface="+mn-cs"/>
            </a:endParaRPr>
          </a:p>
        </p:txBody>
      </p:sp>
      <p:pic>
        <p:nvPicPr>
          <p:cNvPr id="15" name="Picture 14">
            <a:extLst>
              <a:ext uri="{FF2B5EF4-FFF2-40B4-BE49-F238E27FC236}">
                <a16:creationId xmlns:a16="http://schemas.microsoft.com/office/drawing/2014/main" id="{E325FE80-5C6E-0FF8-7798-2A5A553C7FD0}"/>
              </a:ext>
            </a:extLst>
          </p:cNvPr>
          <p:cNvPicPr/>
          <p:nvPr/>
        </p:nvPicPr>
        <p:blipFill>
          <a:blip r:embed="rId3"/>
          <a:stretch>
            <a:fillRect/>
          </a:stretch>
        </p:blipFill>
        <p:spPr>
          <a:xfrm>
            <a:off x="3667683" y="4575969"/>
            <a:ext cx="4863465" cy="889000"/>
          </a:xfrm>
          <a:prstGeom prst="rect">
            <a:avLst/>
          </a:prstGeom>
        </p:spPr>
        <p:style>
          <a:lnRef idx="1">
            <a:schemeClr val="accent4"/>
          </a:lnRef>
          <a:fillRef idx="2">
            <a:schemeClr val="accent4"/>
          </a:fillRef>
          <a:effectRef idx="1">
            <a:schemeClr val="accent4"/>
          </a:effectRef>
          <a:fontRef idx="minor">
            <a:schemeClr val="dk1"/>
          </a:fontRef>
        </p:style>
      </p:pic>
      <p:sp>
        <p:nvSpPr>
          <p:cNvPr id="16" name="Text Placeholder 5">
            <a:extLst>
              <a:ext uri="{FF2B5EF4-FFF2-40B4-BE49-F238E27FC236}">
                <a16:creationId xmlns:a16="http://schemas.microsoft.com/office/drawing/2014/main" id="{D8FDD423-76A6-5CCF-AD10-C4C551FDD6AF}"/>
              </a:ext>
            </a:extLst>
          </p:cNvPr>
          <p:cNvSpPr txBox="1">
            <a:spLocks/>
          </p:cNvSpPr>
          <p:nvPr/>
        </p:nvSpPr>
        <p:spPr>
          <a:xfrm>
            <a:off x="2520080" y="5464969"/>
            <a:ext cx="7146978" cy="36512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50000"/>
              </a:lnSpc>
              <a:spcBef>
                <a:spcPts val="0"/>
              </a:spcBef>
              <a:spcAft>
                <a:spcPts val="0"/>
              </a:spcAft>
              <a:buClr>
                <a:srgbClr val="02DCFA"/>
              </a:buClr>
              <a:buSzTx/>
              <a:buFont typeface="Courier New" panose="02070309020205020404" pitchFamily="49" charset="0"/>
              <a:buNone/>
              <a:tabLst/>
              <a:defRPr/>
            </a:pPr>
            <a:r>
              <a:rPr lang="en-US" sz="1300" i="1" spc="100" dirty="0">
                <a:solidFill>
                  <a:srgbClr val="F9C2FB"/>
                </a:solidFill>
                <a:latin typeface="Bierstadt"/>
              </a:rPr>
              <a:t>Figure 2</a:t>
            </a:r>
            <a:endParaRPr kumimoji="0" lang="en-US" sz="1300" b="0" i="1" u="none" strike="noStrike" kern="1200" cap="none" spc="100" normalizeH="0" baseline="0" noProof="0" dirty="0">
              <a:ln>
                <a:noFill/>
              </a:ln>
              <a:solidFill>
                <a:srgbClr val="F9C2FB"/>
              </a:solidFill>
              <a:effectLst/>
              <a:uLnTx/>
              <a:uFillTx/>
              <a:latin typeface="Bierstadt"/>
              <a:ea typeface="+mn-ea"/>
              <a:cs typeface="+mn-cs"/>
            </a:endParaRPr>
          </a:p>
        </p:txBody>
      </p:sp>
    </p:spTree>
    <p:extLst>
      <p:ext uri="{BB962C8B-B14F-4D97-AF65-F5344CB8AC3E}">
        <p14:creationId xmlns:p14="http://schemas.microsoft.com/office/powerpoint/2010/main" val="339466450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1000"/>
                                        <p:tgtEl>
                                          <p:spTgt spid="13"/>
                                        </p:tgtEl>
                                      </p:cBhvr>
                                    </p:animEffect>
                                    <p:anim calcmode="lin" valueType="num">
                                      <p:cBhvr>
                                        <p:cTn id="14" dur="1000" fill="hold"/>
                                        <p:tgtEl>
                                          <p:spTgt spid="13"/>
                                        </p:tgtEl>
                                        <p:attrNameLst>
                                          <p:attrName>ppt_x</p:attrName>
                                        </p:attrNameLst>
                                      </p:cBhvr>
                                      <p:tavLst>
                                        <p:tav tm="0">
                                          <p:val>
                                            <p:strVal val="#ppt_x"/>
                                          </p:val>
                                        </p:tav>
                                        <p:tav tm="100000">
                                          <p:val>
                                            <p:strVal val="#ppt_x"/>
                                          </p:val>
                                        </p:tav>
                                      </p:tavLst>
                                    </p:anim>
                                    <p:anim calcmode="lin" valueType="num">
                                      <p:cBhvr>
                                        <p:cTn id="15" dur="1000" fill="hold"/>
                                        <p:tgtEl>
                                          <p:spTgt spid="13"/>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1000"/>
                                        <p:tgtEl>
                                          <p:spTgt spid="14"/>
                                        </p:tgtEl>
                                      </p:cBhvr>
                                    </p:animEffect>
                                    <p:anim calcmode="lin" valueType="num">
                                      <p:cBhvr>
                                        <p:cTn id="19" dur="1000" fill="hold"/>
                                        <p:tgtEl>
                                          <p:spTgt spid="14"/>
                                        </p:tgtEl>
                                        <p:attrNameLst>
                                          <p:attrName>ppt_x</p:attrName>
                                        </p:attrNameLst>
                                      </p:cBhvr>
                                      <p:tavLst>
                                        <p:tav tm="0">
                                          <p:val>
                                            <p:strVal val="#ppt_x"/>
                                          </p:val>
                                        </p:tav>
                                        <p:tav tm="100000">
                                          <p:val>
                                            <p:strVal val="#ppt_x"/>
                                          </p:val>
                                        </p:tav>
                                      </p:tavLst>
                                    </p:anim>
                                    <p:anim calcmode="lin" valueType="num">
                                      <p:cBhvr>
                                        <p:cTn id="20" dur="1000" fill="hold"/>
                                        <p:tgtEl>
                                          <p:spTgt spid="14"/>
                                        </p:tgtEl>
                                        <p:attrNameLst>
                                          <p:attrName>ppt_y</p:attrName>
                                        </p:attrNameLst>
                                      </p:cBhvr>
                                      <p:tavLst>
                                        <p:tav tm="0">
                                          <p:val>
                                            <p:strVal val="#ppt_y+.1"/>
                                          </p:val>
                                        </p:tav>
                                        <p:tav tm="100000">
                                          <p:val>
                                            <p:strVal val="#ppt_y"/>
                                          </p:val>
                                        </p:tav>
                                      </p:tavLst>
                                    </p:anim>
                                  </p:childTnLst>
                                </p:cTn>
                              </p:par>
                            </p:childTnLst>
                          </p:cTn>
                        </p:par>
                        <p:par>
                          <p:cTn id="21" fill="hold">
                            <p:stCondLst>
                              <p:cond delay="2000"/>
                            </p:stCondLst>
                            <p:childTnLst>
                              <p:par>
                                <p:cTn id="22" presetID="42" presetClass="entr" presetSubtype="0" fill="hold" nodeType="after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1000"/>
                                        <p:tgtEl>
                                          <p:spTgt spid="15"/>
                                        </p:tgtEl>
                                      </p:cBhvr>
                                    </p:animEffect>
                                    <p:anim calcmode="lin" valueType="num">
                                      <p:cBhvr>
                                        <p:cTn id="25" dur="1000" fill="hold"/>
                                        <p:tgtEl>
                                          <p:spTgt spid="15"/>
                                        </p:tgtEl>
                                        <p:attrNameLst>
                                          <p:attrName>ppt_x</p:attrName>
                                        </p:attrNameLst>
                                      </p:cBhvr>
                                      <p:tavLst>
                                        <p:tav tm="0">
                                          <p:val>
                                            <p:strVal val="#ppt_x"/>
                                          </p:val>
                                        </p:tav>
                                        <p:tav tm="100000">
                                          <p:val>
                                            <p:strVal val="#ppt_x"/>
                                          </p:val>
                                        </p:tav>
                                      </p:tavLst>
                                    </p:anim>
                                    <p:anim calcmode="lin" valueType="num">
                                      <p:cBhvr>
                                        <p:cTn id="26" dur="1000" fill="hold"/>
                                        <p:tgtEl>
                                          <p:spTgt spid="15"/>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1000"/>
                                        <p:tgtEl>
                                          <p:spTgt spid="16"/>
                                        </p:tgtEl>
                                      </p:cBhvr>
                                    </p:animEffect>
                                    <p:anim calcmode="lin" valueType="num">
                                      <p:cBhvr>
                                        <p:cTn id="30" dur="1000" fill="hold"/>
                                        <p:tgtEl>
                                          <p:spTgt spid="16"/>
                                        </p:tgtEl>
                                        <p:attrNameLst>
                                          <p:attrName>ppt_x</p:attrName>
                                        </p:attrNameLst>
                                      </p:cBhvr>
                                      <p:tavLst>
                                        <p:tav tm="0">
                                          <p:val>
                                            <p:strVal val="#ppt_x"/>
                                          </p:val>
                                        </p:tav>
                                        <p:tav tm="100000">
                                          <p:val>
                                            <p:strVal val="#ppt_x"/>
                                          </p:val>
                                        </p:tav>
                                      </p:tavLst>
                                    </p:anim>
                                    <p:anim calcmode="lin" valueType="num">
                                      <p:cBhvr>
                                        <p:cTn id="31"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4" grpId="0"/>
      <p:bldP spid="1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E6653-7150-FD59-5481-DCE134A5FEC3}"/>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2476B64B-C330-6289-3454-6ECD79F03F1B}"/>
              </a:ext>
            </a:extLst>
          </p:cNvPr>
          <p:cNvSpPr>
            <a:spLocks noGrp="1"/>
          </p:cNvSpPr>
          <p:nvPr>
            <p:ph type="dt" sz="half" idx="10"/>
          </p:nvPr>
        </p:nvSpPr>
        <p:spPr>
          <a:xfrm>
            <a:off x="838200" y="6356350"/>
            <a:ext cx="2743200" cy="365125"/>
          </a:xfrm>
        </p:spPr>
        <p:txBody>
          <a:bodyPr/>
          <a:lstStyle/>
          <a:p>
            <a:r>
              <a:rPr lang="en-US" dirty="0"/>
              <a:t>10/11/2025</a:t>
            </a:r>
          </a:p>
        </p:txBody>
      </p:sp>
      <p:sp>
        <p:nvSpPr>
          <p:cNvPr id="4" name="Footer Placeholder 3">
            <a:extLst>
              <a:ext uri="{FF2B5EF4-FFF2-40B4-BE49-F238E27FC236}">
                <a16:creationId xmlns:a16="http://schemas.microsoft.com/office/drawing/2014/main" id="{C5D9E6B7-5A12-D655-B593-F55F18C8D682}"/>
              </a:ext>
            </a:extLst>
          </p:cNvPr>
          <p:cNvSpPr>
            <a:spLocks noGrp="1"/>
          </p:cNvSpPr>
          <p:nvPr>
            <p:ph type="ftr" sz="quarter" idx="11"/>
          </p:nvPr>
        </p:nvSpPr>
        <p:spPr>
          <a:xfrm>
            <a:off x="4038600" y="6356350"/>
            <a:ext cx="4114800" cy="365125"/>
          </a:xfrm>
        </p:spPr>
        <p:txBody>
          <a:bodyPr/>
          <a:lstStyle/>
          <a:p>
            <a:r>
              <a:rPr lang="en-US" dirty="0"/>
              <a:t>Isabelle Lynch</a:t>
            </a:r>
          </a:p>
        </p:txBody>
      </p:sp>
      <p:sp>
        <p:nvSpPr>
          <p:cNvPr id="5" name="Slide Number Placeholder 4">
            <a:extLst>
              <a:ext uri="{FF2B5EF4-FFF2-40B4-BE49-F238E27FC236}">
                <a16:creationId xmlns:a16="http://schemas.microsoft.com/office/drawing/2014/main" id="{0CF8922B-C7DA-34E3-BF6C-3F1FD02F4724}"/>
              </a:ext>
            </a:extLst>
          </p:cNvPr>
          <p:cNvSpPr>
            <a:spLocks noGrp="1"/>
          </p:cNvSpPr>
          <p:nvPr>
            <p:ph type="sldNum" sz="quarter" idx="12"/>
          </p:nvPr>
        </p:nvSpPr>
        <p:spPr>
          <a:xfrm>
            <a:off x="8610600" y="6356350"/>
            <a:ext cx="2743200" cy="365125"/>
          </a:xfrm>
        </p:spPr>
        <p:txBody>
          <a:bodyPr/>
          <a:lstStyle/>
          <a:p>
            <a:fld id="{A402E4C0-AD5E-4E8C-9F21-7CCE474BDCEB}" type="slidenum">
              <a:rPr lang="en-US" smtClean="0"/>
              <a:pPr/>
              <a:t>11</a:t>
            </a:fld>
            <a:endParaRPr lang="en-US" dirty="0"/>
          </a:p>
        </p:txBody>
      </p:sp>
      <p:sp>
        <p:nvSpPr>
          <p:cNvPr id="11" name="Title 14">
            <a:extLst>
              <a:ext uri="{FF2B5EF4-FFF2-40B4-BE49-F238E27FC236}">
                <a16:creationId xmlns:a16="http://schemas.microsoft.com/office/drawing/2014/main" id="{D1E7B0C3-0E34-47C2-9020-BA850708178C}"/>
              </a:ext>
            </a:extLst>
          </p:cNvPr>
          <p:cNvSpPr>
            <a:spLocks noGrp="1"/>
          </p:cNvSpPr>
          <p:nvPr>
            <p:ph type="title"/>
          </p:nvPr>
        </p:nvSpPr>
        <p:spPr>
          <a:xfrm>
            <a:off x="3667683" y="380660"/>
            <a:ext cx="4856634" cy="466344"/>
          </a:xfrm>
        </p:spPr>
        <p:txBody>
          <a:bodyPr>
            <a:normAutofit fontScale="90000"/>
          </a:bodyPr>
          <a:lstStyle/>
          <a:p>
            <a:pPr algn="ctr"/>
            <a:r>
              <a:rPr lang="en-IE" sz="3600" dirty="0">
                <a:ln w="19050">
                  <a:solidFill>
                    <a:srgbClr val="F9C2FB"/>
                  </a:solidFill>
                </a:ln>
              </a:rPr>
              <a:t>Sample code</a:t>
            </a:r>
          </a:p>
        </p:txBody>
      </p:sp>
      <p:cxnSp>
        <p:nvCxnSpPr>
          <p:cNvPr id="12" name="Straight Connector 11">
            <a:extLst>
              <a:ext uri="{FF2B5EF4-FFF2-40B4-BE49-F238E27FC236}">
                <a16:creationId xmlns:a16="http://schemas.microsoft.com/office/drawing/2014/main" id="{B98EEFE3-8DF4-F654-33FB-AACB5582F8D2}"/>
              </a:ext>
            </a:extLst>
          </p:cNvPr>
          <p:cNvCxnSpPr>
            <a:cxnSpLocks/>
          </p:cNvCxnSpPr>
          <p:nvPr/>
        </p:nvCxnSpPr>
        <p:spPr>
          <a:xfrm>
            <a:off x="4648800" y="1048860"/>
            <a:ext cx="2889540" cy="0"/>
          </a:xfrm>
          <a:prstGeom prst="line">
            <a:avLst/>
          </a:prstGeom>
          <a:ln w="25400">
            <a:solidFill>
              <a:srgbClr val="F9C2FB"/>
            </a:solidFill>
          </a:ln>
        </p:spPr>
        <p:style>
          <a:lnRef idx="1">
            <a:schemeClr val="accent4"/>
          </a:lnRef>
          <a:fillRef idx="0">
            <a:schemeClr val="accent4"/>
          </a:fillRef>
          <a:effectRef idx="0">
            <a:schemeClr val="accent4"/>
          </a:effectRef>
          <a:fontRef idx="minor">
            <a:schemeClr val="tx1"/>
          </a:fontRef>
        </p:style>
      </p:cxnSp>
      <p:pic>
        <p:nvPicPr>
          <p:cNvPr id="13" name="Picture 12">
            <a:extLst>
              <a:ext uri="{FF2B5EF4-FFF2-40B4-BE49-F238E27FC236}">
                <a16:creationId xmlns:a16="http://schemas.microsoft.com/office/drawing/2014/main" id="{A8C2D939-07E9-FE07-9984-47F3634AB7DE}"/>
              </a:ext>
            </a:extLst>
          </p:cNvPr>
          <p:cNvPicPr/>
          <p:nvPr/>
        </p:nvPicPr>
        <p:blipFill>
          <a:blip r:embed="rId2"/>
          <a:stretch>
            <a:fillRect/>
          </a:stretch>
        </p:blipFill>
        <p:spPr>
          <a:xfrm>
            <a:off x="3608425" y="1784490"/>
            <a:ext cx="4970290" cy="2065442"/>
          </a:xfrm>
          <a:prstGeom prst="rect">
            <a:avLst/>
          </a:prstGeom>
        </p:spPr>
        <p:style>
          <a:lnRef idx="1">
            <a:schemeClr val="accent4"/>
          </a:lnRef>
          <a:fillRef idx="2">
            <a:schemeClr val="accent4"/>
          </a:fillRef>
          <a:effectRef idx="1">
            <a:schemeClr val="accent4"/>
          </a:effectRef>
          <a:fontRef idx="minor">
            <a:schemeClr val="dk1"/>
          </a:fontRef>
        </p:style>
      </p:pic>
      <p:sp>
        <p:nvSpPr>
          <p:cNvPr id="14" name="Text Placeholder 5">
            <a:extLst>
              <a:ext uri="{FF2B5EF4-FFF2-40B4-BE49-F238E27FC236}">
                <a16:creationId xmlns:a16="http://schemas.microsoft.com/office/drawing/2014/main" id="{801DC2A8-BC62-CDD2-7638-EB4319478183}"/>
              </a:ext>
            </a:extLst>
          </p:cNvPr>
          <p:cNvSpPr txBox="1">
            <a:spLocks/>
          </p:cNvSpPr>
          <p:nvPr/>
        </p:nvSpPr>
        <p:spPr>
          <a:xfrm>
            <a:off x="2520081" y="3849932"/>
            <a:ext cx="7146978" cy="36512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50000"/>
              </a:lnSpc>
              <a:spcBef>
                <a:spcPts val="0"/>
              </a:spcBef>
              <a:spcAft>
                <a:spcPts val="0"/>
              </a:spcAft>
              <a:buClr>
                <a:srgbClr val="02DCFA"/>
              </a:buClr>
              <a:buSzTx/>
              <a:buFont typeface="Courier New" panose="02070309020205020404" pitchFamily="49" charset="0"/>
              <a:buNone/>
              <a:tabLst/>
              <a:defRPr/>
            </a:pPr>
            <a:r>
              <a:rPr lang="en-US" sz="1300" i="1" spc="100" dirty="0">
                <a:solidFill>
                  <a:srgbClr val="F9C2FB"/>
                </a:solidFill>
                <a:latin typeface="Bierstadt"/>
              </a:rPr>
              <a:t>Figure 1</a:t>
            </a:r>
            <a:endParaRPr kumimoji="0" lang="en-US" sz="1300" b="0" i="1" u="none" strike="noStrike" kern="1200" cap="none" spc="100" normalizeH="0" baseline="0" noProof="0" dirty="0">
              <a:ln>
                <a:noFill/>
              </a:ln>
              <a:solidFill>
                <a:srgbClr val="F9C2FB"/>
              </a:solidFill>
              <a:effectLst/>
              <a:uLnTx/>
              <a:uFillTx/>
              <a:latin typeface="Bierstadt"/>
              <a:ea typeface="+mn-ea"/>
              <a:cs typeface="+mn-cs"/>
            </a:endParaRPr>
          </a:p>
        </p:txBody>
      </p:sp>
      <p:sp>
        <p:nvSpPr>
          <p:cNvPr id="19" name="Text Placeholder 5">
            <a:extLst>
              <a:ext uri="{FF2B5EF4-FFF2-40B4-BE49-F238E27FC236}">
                <a16:creationId xmlns:a16="http://schemas.microsoft.com/office/drawing/2014/main" id="{7760EF48-E075-71ED-6E0B-84A12F0B7961}"/>
              </a:ext>
            </a:extLst>
          </p:cNvPr>
          <p:cNvSpPr txBox="1">
            <a:spLocks/>
          </p:cNvSpPr>
          <p:nvPr/>
        </p:nvSpPr>
        <p:spPr>
          <a:xfrm>
            <a:off x="3897055" y="4438234"/>
            <a:ext cx="4393030" cy="169493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50000"/>
              </a:lnSpc>
              <a:spcBef>
                <a:spcPts val="0"/>
              </a:spcBef>
              <a:spcAft>
                <a:spcPts val="0"/>
              </a:spcAft>
              <a:buClr>
                <a:srgbClr val="02DCFA"/>
              </a:buClr>
              <a:buSzTx/>
              <a:buFont typeface="Courier New" panose="02070309020205020404" pitchFamily="49" charset="0"/>
              <a:buNone/>
              <a:tabLst/>
              <a:defRPr/>
            </a:pPr>
            <a:r>
              <a:rPr lang="en-US" sz="1300" spc="100" dirty="0">
                <a:solidFill>
                  <a:srgbClr val="F9C2FB"/>
                </a:solidFill>
                <a:latin typeface="Bierstadt"/>
              </a:rPr>
              <a:t>This line imports the built in Node.js http module. This module allows developers to create HTTP servers and handle requests/responses. The ‘require()’ function loads the module and returns it as an object. </a:t>
            </a:r>
            <a:endParaRPr kumimoji="0" lang="en-US" sz="1300" b="0" i="0" u="none" strike="noStrike" kern="1200" cap="none" spc="100" normalizeH="0" baseline="0" noProof="0" dirty="0">
              <a:ln>
                <a:noFill/>
              </a:ln>
              <a:solidFill>
                <a:srgbClr val="F9C2FB"/>
              </a:solidFill>
              <a:effectLst/>
              <a:uLnTx/>
              <a:uFillTx/>
              <a:latin typeface="Bierstadt"/>
              <a:ea typeface="+mn-ea"/>
              <a:cs typeface="+mn-cs"/>
            </a:endParaRPr>
          </a:p>
        </p:txBody>
      </p:sp>
      <p:sp>
        <p:nvSpPr>
          <p:cNvPr id="33" name="Arrow: Curved Right 32">
            <a:extLst>
              <a:ext uri="{FF2B5EF4-FFF2-40B4-BE49-F238E27FC236}">
                <a16:creationId xmlns:a16="http://schemas.microsoft.com/office/drawing/2014/main" id="{56211C13-C347-CBCD-C743-B674E68A0A1D}"/>
              </a:ext>
            </a:extLst>
          </p:cNvPr>
          <p:cNvSpPr/>
          <p:nvPr/>
        </p:nvSpPr>
        <p:spPr>
          <a:xfrm rot="10800000" flipH="1">
            <a:off x="2363975" y="1833372"/>
            <a:ext cx="1400556" cy="3191256"/>
          </a:xfrm>
          <a:prstGeom prst="curvedRightArrow">
            <a:avLst/>
          </a:prstGeom>
          <a:solidFill>
            <a:srgbClr val="F9C2FB"/>
          </a:solidFill>
          <a:ln>
            <a:solidFill>
              <a:srgbClr val="F9C2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solidFill>
                <a:schemeClr val="tx1"/>
              </a:solidFill>
            </a:endParaRPr>
          </a:p>
        </p:txBody>
      </p:sp>
    </p:spTree>
    <p:extLst>
      <p:ext uri="{BB962C8B-B14F-4D97-AF65-F5344CB8AC3E}">
        <p14:creationId xmlns:p14="http://schemas.microsoft.com/office/powerpoint/2010/main" val="416939709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1000"/>
                                        <p:tgtEl>
                                          <p:spTgt spid="14"/>
                                        </p:tgtEl>
                                      </p:cBhvr>
                                    </p:animEffect>
                                    <p:anim calcmode="lin" valueType="num">
                                      <p:cBhvr>
                                        <p:cTn id="13" dur="1000" fill="hold"/>
                                        <p:tgtEl>
                                          <p:spTgt spid="14"/>
                                        </p:tgtEl>
                                        <p:attrNameLst>
                                          <p:attrName>ppt_x</p:attrName>
                                        </p:attrNameLst>
                                      </p:cBhvr>
                                      <p:tavLst>
                                        <p:tav tm="0">
                                          <p:val>
                                            <p:strVal val="#ppt_x"/>
                                          </p:val>
                                        </p:tav>
                                        <p:tav tm="100000">
                                          <p:val>
                                            <p:strVal val="#ppt_x"/>
                                          </p:val>
                                        </p:tav>
                                      </p:tavLst>
                                    </p:anim>
                                    <p:anim calcmode="lin" valueType="num">
                                      <p:cBhvr>
                                        <p:cTn id="14" dur="1000" fill="hold"/>
                                        <p:tgtEl>
                                          <p:spTgt spid="14"/>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42" presetClass="entr" presetSubtype="0" fill="hold" grpId="0" nodeType="after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1000"/>
                                        <p:tgtEl>
                                          <p:spTgt spid="19"/>
                                        </p:tgtEl>
                                      </p:cBhvr>
                                    </p:animEffect>
                                    <p:anim calcmode="lin" valueType="num">
                                      <p:cBhvr>
                                        <p:cTn id="19" dur="1000" fill="hold"/>
                                        <p:tgtEl>
                                          <p:spTgt spid="19"/>
                                        </p:tgtEl>
                                        <p:attrNameLst>
                                          <p:attrName>ppt_x</p:attrName>
                                        </p:attrNameLst>
                                      </p:cBhvr>
                                      <p:tavLst>
                                        <p:tav tm="0">
                                          <p:val>
                                            <p:strVal val="#ppt_x"/>
                                          </p:val>
                                        </p:tav>
                                        <p:tav tm="100000">
                                          <p:val>
                                            <p:strVal val="#ppt_x"/>
                                          </p:val>
                                        </p:tav>
                                      </p:tavLst>
                                    </p:anim>
                                    <p:anim calcmode="lin" valueType="num">
                                      <p:cBhvr>
                                        <p:cTn id="20"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D6B475-F478-4D39-120C-9945B72100DC}"/>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DD288D75-AAB7-6E4A-6734-EF5CA8AA61F4}"/>
              </a:ext>
            </a:extLst>
          </p:cNvPr>
          <p:cNvSpPr>
            <a:spLocks noGrp="1"/>
          </p:cNvSpPr>
          <p:nvPr>
            <p:ph type="dt" sz="half" idx="10"/>
          </p:nvPr>
        </p:nvSpPr>
        <p:spPr>
          <a:xfrm>
            <a:off x="838200" y="6356350"/>
            <a:ext cx="2743200" cy="365125"/>
          </a:xfrm>
        </p:spPr>
        <p:txBody>
          <a:bodyPr/>
          <a:lstStyle/>
          <a:p>
            <a:r>
              <a:rPr lang="en-US" dirty="0"/>
              <a:t>10/11/2025</a:t>
            </a:r>
          </a:p>
        </p:txBody>
      </p:sp>
      <p:sp>
        <p:nvSpPr>
          <p:cNvPr id="4" name="Footer Placeholder 3">
            <a:extLst>
              <a:ext uri="{FF2B5EF4-FFF2-40B4-BE49-F238E27FC236}">
                <a16:creationId xmlns:a16="http://schemas.microsoft.com/office/drawing/2014/main" id="{35D627F8-6C3C-B6AF-24B5-A7810ABC794F}"/>
              </a:ext>
            </a:extLst>
          </p:cNvPr>
          <p:cNvSpPr>
            <a:spLocks noGrp="1"/>
          </p:cNvSpPr>
          <p:nvPr>
            <p:ph type="ftr" sz="quarter" idx="11"/>
          </p:nvPr>
        </p:nvSpPr>
        <p:spPr>
          <a:xfrm>
            <a:off x="4038600" y="6356350"/>
            <a:ext cx="4114800" cy="365125"/>
          </a:xfrm>
        </p:spPr>
        <p:txBody>
          <a:bodyPr/>
          <a:lstStyle/>
          <a:p>
            <a:r>
              <a:rPr lang="en-US" dirty="0"/>
              <a:t>Isabelle Lynch</a:t>
            </a:r>
          </a:p>
        </p:txBody>
      </p:sp>
      <p:sp>
        <p:nvSpPr>
          <p:cNvPr id="5" name="Slide Number Placeholder 4">
            <a:extLst>
              <a:ext uri="{FF2B5EF4-FFF2-40B4-BE49-F238E27FC236}">
                <a16:creationId xmlns:a16="http://schemas.microsoft.com/office/drawing/2014/main" id="{90B08335-F67F-C297-8FB6-2E3E236727F0}"/>
              </a:ext>
            </a:extLst>
          </p:cNvPr>
          <p:cNvSpPr>
            <a:spLocks noGrp="1"/>
          </p:cNvSpPr>
          <p:nvPr>
            <p:ph type="sldNum" sz="quarter" idx="12"/>
          </p:nvPr>
        </p:nvSpPr>
        <p:spPr>
          <a:xfrm>
            <a:off x="8610600" y="6356350"/>
            <a:ext cx="2743200" cy="365125"/>
          </a:xfrm>
        </p:spPr>
        <p:txBody>
          <a:bodyPr/>
          <a:lstStyle/>
          <a:p>
            <a:fld id="{A402E4C0-AD5E-4E8C-9F21-7CCE474BDCEB}" type="slidenum">
              <a:rPr lang="en-US" smtClean="0"/>
              <a:pPr/>
              <a:t>12</a:t>
            </a:fld>
            <a:endParaRPr lang="en-US" dirty="0"/>
          </a:p>
        </p:txBody>
      </p:sp>
      <p:sp>
        <p:nvSpPr>
          <p:cNvPr id="11" name="Title 14">
            <a:extLst>
              <a:ext uri="{FF2B5EF4-FFF2-40B4-BE49-F238E27FC236}">
                <a16:creationId xmlns:a16="http://schemas.microsoft.com/office/drawing/2014/main" id="{71DB81B8-45DD-D37B-39A8-665C399B92EA}"/>
              </a:ext>
            </a:extLst>
          </p:cNvPr>
          <p:cNvSpPr>
            <a:spLocks noGrp="1"/>
          </p:cNvSpPr>
          <p:nvPr>
            <p:ph type="title"/>
          </p:nvPr>
        </p:nvSpPr>
        <p:spPr>
          <a:xfrm>
            <a:off x="3667683" y="380660"/>
            <a:ext cx="4856634" cy="466344"/>
          </a:xfrm>
        </p:spPr>
        <p:txBody>
          <a:bodyPr>
            <a:normAutofit fontScale="90000"/>
          </a:bodyPr>
          <a:lstStyle/>
          <a:p>
            <a:pPr algn="ctr"/>
            <a:r>
              <a:rPr lang="en-IE" sz="3600" dirty="0">
                <a:ln w="19050">
                  <a:solidFill>
                    <a:srgbClr val="F9C2FB"/>
                  </a:solidFill>
                </a:ln>
              </a:rPr>
              <a:t>Sample code</a:t>
            </a:r>
          </a:p>
        </p:txBody>
      </p:sp>
      <p:cxnSp>
        <p:nvCxnSpPr>
          <p:cNvPr id="12" name="Straight Connector 11">
            <a:extLst>
              <a:ext uri="{FF2B5EF4-FFF2-40B4-BE49-F238E27FC236}">
                <a16:creationId xmlns:a16="http://schemas.microsoft.com/office/drawing/2014/main" id="{D37A0526-DD1C-6D3D-736B-140AA8D6F9F2}"/>
              </a:ext>
            </a:extLst>
          </p:cNvPr>
          <p:cNvCxnSpPr>
            <a:cxnSpLocks/>
          </p:cNvCxnSpPr>
          <p:nvPr/>
        </p:nvCxnSpPr>
        <p:spPr>
          <a:xfrm>
            <a:off x="4648800" y="1048860"/>
            <a:ext cx="2889540" cy="0"/>
          </a:xfrm>
          <a:prstGeom prst="line">
            <a:avLst/>
          </a:prstGeom>
          <a:ln w="25400">
            <a:solidFill>
              <a:srgbClr val="F9C2FB"/>
            </a:solidFill>
          </a:ln>
        </p:spPr>
        <p:style>
          <a:lnRef idx="1">
            <a:schemeClr val="accent4"/>
          </a:lnRef>
          <a:fillRef idx="0">
            <a:schemeClr val="accent4"/>
          </a:fillRef>
          <a:effectRef idx="0">
            <a:schemeClr val="accent4"/>
          </a:effectRef>
          <a:fontRef idx="minor">
            <a:schemeClr val="tx1"/>
          </a:fontRef>
        </p:style>
      </p:cxnSp>
      <p:pic>
        <p:nvPicPr>
          <p:cNvPr id="13" name="Picture 12">
            <a:extLst>
              <a:ext uri="{FF2B5EF4-FFF2-40B4-BE49-F238E27FC236}">
                <a16:creationId xmlns:a16="http://schemas.microsoft.com/office/drawing/2014/main" id="{3DA7233A-D5A1-1AE6-08EC-7FA6ACDBA0FF}"/>
              </a:ext>
            </a:extLst>
          </p:cNvPr>
          <p:cNvPicPr/>
          <p:nvPr/>
        </p:nvPicPr>
        <p:blipFill>
          <a:blip r:embed="rId2"/>
          <a:stretch>
            <a:fillRect/>
          </a:stretch>
        </p:blipFill>
        <p:spPr>
          <a:xfrm>
            <a:off x="3608425" y="1226706"/>
            <a:ext cx="4970290" cy="2065442"/>
          </a:xfrm>
          <a:prstGeom prst="rect">
            <a:avLst/>
          </a:prstGeom>
        </p:spPr>
        <p:style>
          <a:lnRef idx="1">
            <a:schemeClr val="accent4"/>
          </a:lnRef>
          <a:fillRef idx="2">
            <a:schemeClr val="accent4"/>
          </a:fillRef>
          <a:effectRef idx="1">
            <a:schemeClr val="accent4"/>
          </a:effectRef>
          <a:fontRef idx="minor">
            <a:schemeClr val="dk1"/>
          </a:fontRef>
        </p:style>
      </p:pic>
      <p:sp>
        <p:nvSpPr>
          <p:cNvPr id="14" name="Text Placeholder 5">
            <a:extLst>
              <a:ext uri="{FF2B5EF4-FFF2-40B4-BE49-F238E27FC236}">
                <a16:creationId xmlns:a16="http://schemas.microsoft.com/office/drawing/2014/main" id="{C524F556-ABC9-6D53-98DB-6F413808B3AB}"/>
              </a:ext>
            </a:extLst>
          </p:cNvPr>
          <p:cNvSpPr txBox="1">
            <a:spLocks/>
          </p:cNvSpPr>
          <p:nvPr/>
        </p:nvSpPr>
        <p:spPr>
          <a:xfrm>
            <a:off x="2520081" y="3218996"/>
            <a:ext cx="7146978" cy="36512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50000"/>
              </a:lnSpc>
              <a:spcBef>
                <a:spcPts val="0"/>
              </a:spcBef>
              <a:spcAft>
                <a:spcPts val="0"/>
              </a:spcAft>
              <a:buClr>
                <a:srgbClr val="02DCFA"/>
              </a:buClr>
              <a:buSzTx/>
              <a:buFont typeface="Courier New" panose="02070309020205020404" pitchFamily="49" charset="0"/>
              <a:buNone/>
              <a:tabLst/>
              <a:defRPr/>
            </a:pPr>
            <a:r>
              <a:rPr lang="en-US" sz="1300" i="1" spc="100" dirty="0">
                <a:solidFill>
                  <a:srgbClr val="F9C2FB"/>
                </a:solidFill>
                <a:latin typeface="Bierstadt"/>
              </a:rPr>
              <a:t>Figure 1</a:t>
            </a:r>
            <a:endParaRPr kumimoji="0" lang="en-US" sz="1300" b="0" i="1" u="none" strike="noStrike" kern="1200" cap="none" spc="100" normalizeH="0" baseline="0" noProof="0" dirty="0">
              <a:ln>
                <a:noFill/>
              </a:ln>
              <a:solidFill>
                <a:srgbClr val="F9C2FB"/>
              </a:solidFill>
              <a:effectLst/>
              <a:uLnTx/>
              <a:uFillTx/>
              <a:latin typeface="Bierstadt"/>
              <a:ea typeface="+mn-ea"/>
              <a:cs typeface="+mn-cs"/>
            </a:endParaRPr>
          </a:p>
        </p:txBody>
      </p:sp>
      <p:sp>
        <p:nvSpPr>
          <p:cNvPr id="19" name="Text Placeholder 5">
            <a:extLst>
              <a:ext uri="{FF2B5EF4-FFF2-40B4-BE49-F238E27FC236}">
                <a16:creationId xmlns:a16="http://schemas.microsoft.com/office/drawing/2014/main" id="{1ABD276A-6EE5-FD3D-9456-5331FD574733}"/>
              </a:ext>
            </a:extLst>
          </p:cNvPr>
          <p:cNvSpPr txBox="1">
            <a:spLocks/>
          </p:cNvSpPr>
          <p:nvPr/>
        </p:nvSpPr>
        <p:spPr>
          <a:xfrm>
            <a:off x="3897055" y="3584120"/>
            <a:ext cx="4393030" cy="2772229"/>
          </a:xfrm>
          <a:prstGeom prst="rect">
            <a:avLst/>
          </a:prstGeom>
        </p:spPr>
        <p:txBody>
          <a:bodyPr>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50000"/>
              </a:lnSpc>
              <a:spcBef>
                <a:spcPts val="0"/>
              </a:spcBef>
              <a:spcAft>
                <a:spcPts val="0"/>
              </a:spcAft>
              <a:buClr>
                <a:srgbClr val="02DCFA"/>
              </a:buClr>
              <a:buSzTx/>
              <a:buFont typeface="Courier New" panose="02070309020205020404" pitchFamily="49" charset="0"/>
              <a:buNone/>
              <a:tabLst/>
              <a:defRPr/>
            </a:pPr>
            <a:r>
              <a:rPr lang="en-US" sz="1300" spc="100" dirty="0">
                <a:solidFill>
                  <a:srgbClr val="F9C2FB"/>
                </a:solidFill>
                <a:latin typeface="Bierstadt"/>
              </a:rPr>
              <a:t>This section creates the server. The ‘</a:t>
            </a:r>
            <a:r>
              <a:rPr lang="en-US" sz="1300" spc="100" dirty="0" err="1">
                <a:solidFill>
                  <a:srgbClr val="F9C2FB"/>
                </a:solidFill>
                <a:latin typeface="Bierstadt"/>
              </a:rPr>
              <a:t>createServer</a:t>
            </a:r>
            <a:r>
              <a:rPr lang="en-US" sz="1300" spc="100" dirty="0">
                <a:solidFill>
                  <a:srgbClr val="F9C2FB"/>
                </a:solidFill>
                <a:latin typeface="Bierstadt"/>
              </a:rPr>
              <a:t>()’ function takes a callback function as an argument. Within the function the ‘req’ refers to the request object which contains details about the client’s request such as the URL, method, headers </a:t>
            </a:r>
            <a:r>
              <a:rPr lang="en-US" sz="1300" spc="100" dirty="0" err="1">
                <a:solidFill>
                  <a:srgbClr val="F9C2FB"/>
                </a:solidFill>
                <a:latin typeface="Bierstadt"/>
              </a:rPr>
              <a:t>etc</a:t>
            </a:r>
            <a:r>
              <a:rPr lang="en-US" sz="1300" spc="100" dirty="0">
                <a:solidFill>
                  <a:srgbClr val="F9C2FB"/>
                </a:solidFill>
                <a:latin typeface="Bierstadt"/>
              </a:rPr>
              <a:t>, the ‘res’ refers to the response object which is used to send data back to the client.</a:t>
            </a:r>
          </a:p>
          <a:p>
            <a:pPr marL="0" marR="0" lvl="0" indent="0" algn="ctr" defTabSz="914400" rtl="0" eaLnBrk="1" fontAlgn="auto" latinLnBrk="0" hangingPunct="1">
              <a:lnSpc>
                <a:spcPct val="150000"/>
              </a:lnSpc>
              <a:spcBef>
                <a:spcPts val="0"/>
              </a:spcBef>
              <a:spcAft>
                <a:spcPts val="0"/>
              </a:spcAft>
              <a:buClr>
                <a:srgbClr val="02DCFA"/>
              </a:buClr>
              <a:buSzTx/>
              <a:buFont typeface="Courier New" panose="02070309020205020404" pitchFamily="49" charset="0"/>
              <a:buNone/>
              <a:tabLst/>
              <a:defRPr/>
            </a:pPr>
            <a:r>
              <a:rPr lang="en-US" sz="1300" spc="100" dirty="0">
                <a:solidFill>
                  <a:srgbClr val="F9C2FB"/>
                </a:solidFill>
                <a:latin typeface="Bierstadt"/>
              </a:rPr>
              <a:t> ‘</a:t>
            </a:r>
            <a:r>
              <a:rPr lang="en-US" sz="1300" spc="100" dirty="0" err="1">
                <a:solidFill>
                  <a:srgbClr val="F9C2FB"/>
                </a:solidFill>
                <a:latin typeface="Bierstadt"/>
              </a:rPr>
              <a:t>res.end</a:t>
            </a:r>
            <a:r>
              <a:rPr lang="en-US" sz="1300" spc="100" dirty="0">
                <a:solidFill>
                  <a:srgbClr val="F9C2FB"/>
                </a:solidFill>
                <a:latin typeface="Bierstadt"/>
              </a:rPr>
              <a:t>’ closes the response, indicating that no more data will be sent. </a:t>
            </a:r>
          </a:p>
          <a:p>
            <a:pPr marL="0" marR="0" lvl="0" indent="0" algn="ctr" defTabSz="914400" rtl="0" eaLnBrk="1" fontAlgn="auto" latinLnBrk="0" hangingPunct="1">
              <a:lnSpc>
                <a:spcPct val="150000"/>
              </a:lnSpc>
              <a:spcBef>
                <a:spcPts val="0"/>
              </a:spcBef>
              <a:spcAft>
                <a:spcPts val="0"/>
              </a:spcAft>
              <a:buClr>
                <a:srgbClr val="02DCFA"/>
              </a:buClr>
              <a:buSzTx/>
              <a:buFont typeface="Courier New" panose="02070309020205020404" pitchFamily="49" charset="0"/>
              <a:buNone/>
              <a:tabLst/>
              <a:defRPr/>
            </a:pPr>
            <a:r>
              <a:rPr lang="en-US" sz="1300" spc="100" dirty="0">
                <a:solidFill>
                  <a:srgbClr val="F9C2FB"/>
                </a:solidFill>
                <a:latin typeface="Bierstadt"/>
              </a:rPr>
              <a:t>‘.listen(8080);’ tells the server to listen for connections on port number 8080. </a:t>
            </a:r>
          </a:p>
        </p:txBody>
      </p:sp>
      <p:sp>
        <p:nvSpPr>
          <p:cNvPr id="33" name="Arrow: Curved Right 32">
            <a:extLst>
              <a:ext uri="{FF2B5EF4-FFF2-40B4-BE49-F238E27FC236}">
                <a16:creationId xmlns:a16="http://schemas.microsoft.com/office/drawing/2014/main" id="{C5B81544-3684-26C8-5F55-850FC46ECF6A}"/>
              </a:ext>
            </a:extLst>
          </p:cNvPr>
          <p:cNvSpPr/>
          <p:nvPr/>
        </p:nvSpPr>
        <p:spPr>
          <a:xfrm rot="10441512">
            <a:off x="8422609" y="1813331"/>
            <a:ext cx="1400556" cy="2772230"/>
          </a:xfrm>
          <a:prstGeom prst="curvedRightArrow">
            <a:avLst/>
          </a:prstGeom>
          <a:solidFill>
            <a:srgbClr val="F9C2FB"/>
          </a:solidFill>
          <a:ln>
            <a:solidFill>
              <a:srgbClr val="F9C2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solidFill>
                <a:schemeClr val="tx1"/>
              </a:solidFill>
            </a:endParaRPr>
          </a:p>
        </p:txBody>
      </p:sp>
    </p:spTree>
    <p:extLst>
      <p:ext uri="{BB962C8B-B14F-4D97-AF65-F5344CB8AC3E}">
        <p14:creationId xmlns:p14="http://schemas.microsoft.com/office/powerpoint/2010/main" val="165155518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1000"/>
                                        <p:tgtEl>
                                          <p:spTgt spid="14"/>
                                        </p:tgtEl>
                                      </p:cBhvr>
                                    </p:animEffect>
                                    <p:anim calcmode="lin" valueType="num">
                                      <p:cBhvr>
                                        <p:cTn id="13" dur="1000" fill="hold"/>
                                        <p:tgtEl>
                                          <p:spTgt spid="14"/>
                                        </p:tgtEl>
                                        <p:attrNameLst>
                                          <p:attrName>ppt_x</p:attrName>
                                        </p:attrNameLst>
                                      </p:cBhvr>
                                      <p:tavLst>
                                        <p:tav tm="0">
                                          <p:val>
                                            <p:strVal val="#ppt_x"/>
                                          </p:val>
                                        </p:tav>
                                        <p:tav tm="100000">
                                          <p:val>
                                            <p:strVal val="#ppt_x"/>
                                          </p:val>
                                        </p:tav>
                                      </p:tavLst>
                                    </p:anim>
                                    <p:anim calcmode="lin" valueType="num">
                                      <p:cBhvr>
                                        <p:cTn id="14" dur="1000" fill="hold"/>
                                        <p:tgtEl>
                                          <p:spTgt spid="14"/>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42" presetClass="entr" presetSubtype="0" fill="hold" grpId="0" nodeType="after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1000"/>
                                        <p:tgtEl>
                                          <p:spTgt spid="19"/>
                                        </p:tgtEl>
                                      </p:cBhvr>
                                    </p:animEffect>
                                    <p:anim calcmode="lin" valueType="num">
                                      <p:cBhvr>
                                        <p:cTn id="19" dur="1000" fill="hold"/>
                                        <p:tgtEl>
                                          <p:spTgt spid="19"/>
                                        </p:tgtEl>
                                        <p:attrNameLst>
                                          <p:attrName>ppt_x</p:attrName>
                                        </p:attrNameLst>
                                      </p:cBhvr>
                                      <p:tavLst>
                                        <p:tav tm="0">
                                          <p:val>
                                            <p:strVal val="#ppt_x"/>
                                          </p:val>
                                        </p:tav>
                                        <p:tav tm="100000">
                                          <p:val>
                                            <p:strVal val="#ppt_x"/>
                                          </p:val>
                                        </p:tav>
                                      </p:tavLst>
                                    </p:anim>
                                    <p:anim calcmode="lin" valueType="num">
                                      <p:cBhvr>
                                        <p:cTn id="20"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0EB1A-C3C1-5380-9AE0-75A60331A1D9}"/>
            </a:ext>
          </a:extLst>
        </p:cNvPr>
        <p:cNvGrpSpPr/>
        <p:nvPr/>
      </p:nvGrpSpPr>
      <p:grpSpPr>
        <a:xfrm>
          <a:off x="0" y="0"/>
          <a:ext cx="0" cy="0"/>
          <a:chOff x="0" y="0"/>
          <a:chExt cx="0" cy="0"/>
        </a:xfrm>
      </p:grpSpPr>
      <p:pic>
        <p:nvPicPr>
          <p:cNvPr id="77" name="Picture Placeholder 76">
            <a:extLst>
              <a:ext uri="{FF2B5EF4-FFF2-40B4-BE49-F238E27FC236}">
                <a16:creationId xmlns:a16="http://schemas.microsoft.com/office/drawing/2014/main" id="{B818D1CE-36D7-6F1D-0077-EF5C7B2A9A09}"/>
              </a:ext>
            </a:extLst>
          </p:cNvPr>
          <p:cNvPicPr>
            <a:picLocks noGrp="1" noChangeAspect="1"/>
          </p:cNvPicPr>
          <p:nvPr>
            <p:ph type="pic" sz="quarter" idx="13"/>
          </p:nvPr>
        </p:nvPicPr>
        <p:blipFill>
          <a:blip r:embed="rId2"/>
          <a:srcRect l="20551" r="11887" b="-1"/>
          <a:stretch>
            <a:fillRect/>
          </a:stretch>
        </p:blipFill>
        <p:spPr>
          <a:xfrm flipH="1">
            <a:off x="-729035" y="882177"/>
            <a:ext cx="6825035" cy="5379395"/>
          </a:xfrm>
          <a:noFill/>
          <a:effectLst>
            <a:softEdge rad="1270000"/>
          </a:effectLst>
        </p:spPr>
      </p:pic>
      <p:sp>
        <p:nvSpPr>
          <p:cNvPr id="22" name="Title 21">
            <a:extLst>
              <a:ext uri="{FF2B5EF4-FFF2-40B4-BE49-F238E27FC236}">
                <a16:creationId xmlns:a16="http://schemas.microsoft.com/office/drawing/2014/main" id="{9F878658-0B14-E5F3-1A8A-1EF230653DA9}"/>
              </a:ext>
            </a:extLst>
          </p:cNvPr>
          <p:cNvSpPr>
            <a:spLocks noGrp="1"/>
          </p:cNvSpPr>
          <p:nvPr>
            <p:ph type="title"/>
          </p:nvPr>
        </p:nvSpPr>
        <p:spPr>
          <a:xfrm>
            <a:off x="4394329" y="1279139"/>
            <a:ext cx="7729979" cy="4299721"/>
          </a:xfrm>
          <a:solidFill>
            <a:srgbClr val="A5007A"/>
          </a:solidFill>
          <a:effectLst>
            <a:softEdge rad="254000"/>
          </a:effectLst>
        </p:spPr>
        <p:txBody>
          <a:bodyPr/>
          <a:lstStyle/>
          <a:p>
            <a:r>
              <a:rPr kumimoji="0" lang="en-US" sz="2000" b="0" i="0" u="none" strike="noStrike" kern="1200" cap="all" spc="400" normalizeH="0" baseline="0" noProof="0" dirty="0">
                <a:ln w="19050">
                  <a:solidFill>
                    <a:srgbClr val="F9C2FB"/>
                  </a:solidFill>
                </a:ln>
                <a:effectLst/>
                <a:uLnTx/>
                <a:uFillTx/>
                <a:latin typeface="Posterama Bold"/>
                <a:ea typeface="+mj-ea"/>
                <a:cs typeface="+mj-cs"/>
              </a:rPr>
              <a:t>What can we conclude?</a:t>
            </a:r>
            <a:endParaRPr lang="en-US" sz="3200" dirty="0">
              <a:ln w="19050">
                <a:solidFill>
                  <a:srgbClr val="F9C2FB"/>
                </a:solidFill>
              </a:ln>
            </a:endParaRPr>
          </a:p>
        </p:txBody>
      </p:sp>
      <p:sp>
        <p:nvSpPr>
          <p:cNvPr id="17" name="Text Placeholder 16">
            <a:extLst>
              <a:ext uri="{FF2B5EF4-FFF2-40B4-BE49-F238E27FC236}">
                <a16:creationId xmlns:a16="http://schemas.microsoft.com/office/drawing/2014/main" id="{39F5239C-DEAA-7BFF-0E22-39256F176198}"/>
              </a:ext>
            </a:extLst>
          </p:cNvPr>
          <p:cNvSpPr>
            <a:spLocks noGrp="1"/>
          </p:cNvSpPr>
          <p:nvPr>
            <p:ph type="body" sz="quarter" idx="15"/>
          </p:nvPr>
        </p:nvSpPr>
        <p:spPr>
          <a:xfrm>
            <a:off x="4974589" y="2260931"/>
            <a:ext cx="6357978" cy="2621885"/>
          </a:xfrm>
        </p:spPr>
        <p:txBody>
          <a:bodyPr>
            <a:normAutofit fontScale="92500" lnSpcReduction="10000"/>
          </a:bodyPr>
          <a:lstStyle/>
          <a:p>
            <a:pPr marL="0" marR="0" lvl="0" indent="0" algn="l" defTabSz="914400" rtl="0" eaLnBrk="1" fontAlgn="auto" latinLnBrk="0" hangingPunct="1">
              <a:lnSpc>
                <a:spcPct val="125000"/>
              </a:lnSpc>
              <a:spcBef>
                <a:spcPts val="1000"/>
              </a:spcBef>
              <a:spcAft>
                <a:spcPts val="0"/>
              </a:spcAft>
              <a:buClrTx/>
              <a:buSzTx/>
              <a:buFont typeface="Arial" panose="020B0604020202020204" pitchFamily="34" charset="0"/>
              <a:buNone/>
              <a:tabLst/>
              <a:defRPr/>
            </a:pPr>
            <a:r>
              <a:rPr kumimoji="0" lang="en-US" sz="1800" b="0" i="0" u="none" strike="noStrike" kern="1200" cap="none" spc="100" normalizeH="0" baseline="0" noProof="0" dirty="0">
                <a:ln>
                  <a:noFill/>
                </a:ln>
                <a:solidFill>
                  <a:srgbClr val="F9C2FB"/>
                </a:solidFill>
                <a:effectLst/>
                <a:uLnTx/>
                <a:uFillTx/>
                <a:latin typeface="Bierstadt"/>
                <a:ea typeface="+mn-ea"/>
                <a:cs typeface="+mn-cs"/>
              </a:rPr>
              <a:t>I believe I have demonstrated that Node.js represents a significant advancement in modern software development, primarily due to its asynchronous, non-blocking I/O model, which enables the efficient handling of multiple concurrent requests and enhances overall performance. I </a:t>
            </a:r>
            <a:r>
              <a:rPr lang="en-US" sz="1800" dirty="0">
                <a:solidFill>
                  <a:srgbClr val="F9C2FB"/>
                </a:solidFill>
                <a:latin typeface="Bierstadt"/>
              </a:rPr>
              <a:t>also believe that I have shown </a:t>
            </a:r>
            <a:r>
              <a:rPr kumimoji="0" lang="en-US" sz="1800" b="0" i="0" u="none" strike="noStrike" kern="1200" cap="none" spc="100" normalizeH="0" baseline="0" noProof="0" dirty="0">
                <a:ln>
                  <a:noFill/>
                </a:ln>
                <a:solidFill>
                  <a:srgbClr val="F9C2FB"/>
                </a:solidFill>
                <a:effectLst/>
                <a:uLnTx/>
                <a:uFillTx/>
                <a:latin typeface="Bierstadt"/>
                <a:ea typeface="+mn-ea"/>
                <a:cs typeface="+mn-cs"/>
              </a:rPr>
              <a:t>that Node.js is a scalable, adaptable, and cost-effective solution for building networked applications across diverse platforms. </a:t>
            </a:r>
          </a:p>
        </p:txBody>
      </p:sp>
      <p:pic>
        <p:nvPicPr>
          <p:cNvPr id="3" name="Picture 2">
            <a:extLst>
              <a:ext uri="{FF2B5EF4-FFF2-40B4-BE49-F238E27FC236}">
                <a16:creationId xmlns:a16="http://schemas.microsoft.com/office/drawing/2014/main" id="{DD4398D6-9A06-2690-EBD6-10271F14FDCA}"/>
              </a:ext>
            </a:extLst>
          </p:cNvPr>
          <p:cNvPicPr>
            <a:picLocks noChangeAspect="1"/>
          </p:cNvPicPr>
          <p:nvPr/>
        </p:nvPicPr>
        <p:blipFill>
          <a:blip r:embed="rId3"/>
          <a:stretch>
            <a:fillRect/>
          </a:stretch>
        </p:blipFill>
        <p:spPr>
          <a:xfrm>
            <a:off x="838800" y="6357600"/>
            <a:ext cx="2743438" cy="365792"/>
          </a:xfrm>
          <a:prstGeom prst="rect">
            <a:avLst/>
          </a:prstGeom>
        </p:spPr>
      </p:pic>
      <p:pic>
        <p:nvPicPr>
          <p:cNvPr id="4" name="Picture 3">
            <a:extLst>
              <a:ext uri="{FF2B5EF4-FFF2-40B4-BE49-F238E27FC236}">
                <a16:creationId xmlns:a16="http://schemas.microsoft.com/office/drawing/2014/main" id="{EC6002BD-43CC-AB57-AD1C-6D421FB65A6D}"/>
              </a:ext>
            </a:extLst>
          </p:cNvPr>
          <p:cNvPicPr>
            <a:picLocks noChangeAspect="1"/>
          </p:cNvPicPr>
          <p:nvPr/>
        </p:nvPicPr>
        <p:blipFill>
          <a:blip r:embed="rId4"/>
          <a:stretch>
            <a:fillRect/>
          </a:stretch>
        </p:blipFill>
        <p:spPr>
          <a:xfrm>
            <a:off x="4038421" y="6357600"/>
            <a:ext cx="4115157" cy="365792"/>
          </a:xfrm>
          <a:prstGeom prst="rect">
            <a:avLst/>
          </a:prstGeom>
        </p:spPr>
      </p:pic>
      <p:sp>
        <p:nvSpPr>
          <p:cNvPr id="6" name="TextBox 5">
            <a:extLst>
              <a:ext uri="{FF2B5EF4-FFF2-40B4-BE49-F238E27FC236}">
                <a16:creationId xmlns:a16="http://schemas.microsoft.com/office/drawing/2014/main" id="{F4E6945B-B9E3-DEDA-5A27-1508B9CCBF2F}"/>
              </a:ext>
            </a:extLst>
          </p:cNvPr>
          <p:cNvSpPr txBox="1"/>
          <p:nvPr/>
        </p:nvSpPr>
        <p:spPr>
          <a:xfrm>
            <a:off x="11160000" y="6357600"/>
            <a:ext cx="308098" cy="246221"/>
          </a:xfrm>
          <a:prstGeom prst="rect">
            <a:avLst/>
          </a:prstGeom>
          <a:noFill/>
        </p:spPr>
        <p:txBody>
          <a:bodyPr wrap="none" rtlCol="0">
            <a:spAutoFit/>
          </a:bodyPr>
          <a:lstStyle/>
          <a:p>
            <a:r>
              <a:rPr lang="en-IE" sz="1000" dirty="0">
                <a:solidFill>
                  <a:schemeClr val="bg1"/>
                </a:solidFill>
                <a:latin typeface="Posterama" panose="020B0504020200020000" pitchFamily="34" charset="0"/>
                <a:cs typeface="Posterama" panose="020B0504020200020000" pitchFamily="34" charset="0"/>
              </a:rPr>
              <a:t>13</a:t>
            </a:r>
          </a:p>
        </p:txBody>
      </p:sp>
    </p:spTree>
    <p:extLst>
      <p:ext uri="{BB962C8B-B14F-4D97-AF65-F5344CB8AC3E}">
        <p14:creationId xmlns:p14="http://schemas.microsoft.com/office/powerpoint/2010/main" val="389254843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fade">
                                      <p:cBhvr>
                                        <p:cTn id="7" dur="1000"/>
                                        <p:tgtEl>
                                          <p:spTgt spid="17">
                                            <p:txEl>
                                              <p:pRg st="0" end="0"/>
                                            </p:txEl>
                                          </p:spTgt>
                                        </p:tgtEl>
                                      </p:cBhvr>
                                    </p:animEffect>
                                    <p:anim calcmode="lin" valueType="num">
                                      <p:cBhvr>
                                        <p:cTn id="8" dur="1000" fill="hold"/>
                                        <p:tgtEl>
                                          <p:spTgt spid="1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A0BD2E-4204-FA46-12A0-9EB1760D8B58}"/>
            </a:ext>
          </a:extLst>
        </p:cNvPr>
        <p:cNvGrpSpPr/>
        <p:nvPr/>
      </p:nvGrpSpPr>
      <p:grpSpPr>
        <a:xfrm>
          <a:off x="0" y="0"/>
          <a:ext cx="0" cy="0"/>
          <a:chOff x="0" y="0"/>
          <a:chExt cx="0" cy="0"/>
        </a:xfrm>
      </p:grpSpPr>
      <p:pic>
        <p:nvPicPr>
          <p:cNvPr id="77" name="Picture Placeholder 76">
            <a:extLst>
              <a:ext uri="{FF2B5EF4-FFF2-40B4-BE49-F238E27FC236}">
                <a16:creationId xmlns:a16="http://schemas.microsoft.com/office/drawing/2014/main" id="{DF8F6D1E-8F58-5573-1BC9-00A8871C5387}"/>
              </a:ext>
            </a:extLst>
          </p:cNvPr>
          <p:cNvPicPr>
            <a:picLocks noGrp="1" noChangeAspect="1"/>
          </p:cNvPicPr>
          <p:nvPr>
            <p:ph type="pic" sz="quarter" idx="13"/>
          </p:nvPr>
        </p:nvPicPr>
        <p:blipFill>
          <a:blip r:embed="rId3"/>
          <a:srcRect l="20551" r="11887" b="-1"/>
          <a:stretch>
            <a:fillRect/>
          </a:stretch>
        </p:blipFill>
        <p:spPr>
          <a:xfrm flipH="1">
            <a:off x="5869021" y="739302"/>
            <a:ext cx="6825035" cy="5379395"/>
          </a:xfrm>
          <a:noFill/>
          <a:effectLst>
            <a:softEdge rad="1270000"/>
          </a:effectLst>
        </p:spPr>
      </p:pic>
      <p:pic>
        <p:nvPicPr>
          <p:cNvPr id="2" name="Picture 1">
            <a:extLst>
              <a:ext uri="{FF2B5EF4-FFF2-40B4-BE49-F238E27FC236}">
                <a16:creationId xmlns:a16="http://schemas.microsoft.com/office/drawing/2014/main" id="{B576D310-31E0-74D7-C762-459DFBEF8385}"/>
              </a:ext>
            </a:extLst>
          </p:cNvPr>
          <p:cNvPicPr>
            <a:picLocks noChangeAspect="1"/>
          </p:cNvPicPr>
          <p:nvPr/>
        </p:nvPicPr>
        <p:blipFill>
          <a:blip r:embed="rId4"/>
          <a:stretch>
            <a:fillRect/>
          </a:stretch>
        </p:blipFill>
        <p:spPr>
          <a:xfrm>
            <a:off x="838800" y="6357600"/>
            <a:ext cx="2743438" cy="365792"/>
          </a:xfrm>
          <a:prstGeom prst="rect">
            <a:avLst/>
          </a:prstGeom>
        </p:spPr>
      </p:pic>
      <p:pic>
        <p:nvPicPr>
          <p:cNvPr id="3" name="Picture 2">
            <a:extLst>
              <a:ext uri="{FF2B5EF4-FFF2-40B4-BE49-F238E27FC236}">
                <a16:creationId xmlns:a16="http://schemas.microsoft.com/office/drawing/2014/main" id="{413D8679-9BCC-9BB4-C091-8151F5F7CA02}"/>
              </a:ext>
            </a:extLst>
          </p:cNvPr>
          <p:cNvPicPr>
            <a:picLocks noChangeAspect="1"/>
          </p:cNvPicPr>
          <p:nvPr/>
        </p:nvPicPr>
        <p:blipFill>
          <a:blip r:embed="rId5"/>
          <a:stretch>
            <a:fillRect/>
          </a:stretch>
        </p:blipFill>
        <p:spPr>
          <a:xfrm>
            <a:off x="4038421" y="6357600"/>
            <a:ext cx="4115157" cy="365792"/>
          </a:xfrm>
          <a:prstGeom prst="rect">
            <a:avLst/>
          </a:prstGeom>
        </p:spPr>
      </p:pic>
      <p:sp>
        <p:nvSpPr>
          <p:cNvPr id="4" name="TextBox 3">
            <a:extLst>
              <a:ext uri="{FF2B5EF4-FFF2-40B4-BE49-F238E27FC236}">
                <a16:creationId xmlns:a16="http://schemas.microsoft.com/office/drawing/2014/main" id="{5828A677-F3AB-042E-5F04-1F9AF95E1F3E}"/>
              </a:ext>
            </a:extLst>
          </p:cNvPr>
          <p:cNvSpPr txBox="1"/>
          <p:nvPr/>
        </p:nvSpPr>
        <p:spPr>
          <a:xfrm>
            <a:off x="11160000" y="6357600"/>
            <a:ext cx="308098" cy="246221"/>
          </a:xfrm>
          <a:prstGeom prst="rect">
            <a:avLst/>
          </a:prstGeom>
          <a:noFill/>
        </p:spPr>
        <p:txBody>
          <a:bodyPr wrap="none" rtlCol="0">
            <a:spAutoFit/>
          </a:bodyPr>
          <a:lstStyle/>
          <a:p>
            <a:r>
              <a:rPr lang="en-IE" sz="1000" dirty="0">
                <a:solidFill>
                  <a:schemeClr val="bg1"/>
                </a:solidFill>
                <a:latin typeface="Posterama" panose="020B0504020200020000" pitchFamily="34" charset="0"/>
                <a:cs typeface="Posterama" panose="020B0504020200020000" pitchFamily="34" charset="0"/>
              </a:rPr>
              <a:t>14</a:t>
            </a:r>
          </a:p>
        </p:txBody>
      </p:sp>
      <p:pic>
        <p:nvPicPr>
          <p:cNvPr id="11" name="Picture 10">
            <a:extLst>
              <a:ext uri="{FF2B5EF4-FFF2-40B4-BE49-F238E27FC236}">
                <a16:creationId xmlns:a16="http://schemas.microsoft.com/office/drawing/2014/main" id="{CF3AA77B-A0AF-00C4-8202-E10794DE3777}"/>
              </a:ext>
            </a:extLst>
          </p:cNvPr>
          <p:cNvPicPr>
            <a:picLocks noChangeAspect="1"/>
          </p:cNvPicPr>
          <p:nvPr/>
        </p:nvPicPr>
        <p:blipFill>
          <a:blip r:embed="rId6"/>
          <a:stretch>
            <a:fillRect/>
          </a:stretch>
        </p:blipFill>
        <p:spPr>
          <a:xfrm>
            <a:off x="-155783" y="1276924"/>
            <a:ext cx="7730398" cy="4304149"/>
          </a:xfrm>
          <a:prstGeom prst="rect">
            <a:avLst/>
          </a:prstGeom>
        </p:spPr>
      </p:pic>
      <p:sp>
        <p:nvSpPr>
          <p:cNvPr id="12" name="Text Placeholder 16">
            <a:extLst>
              <a:ext uri="{FF2B5EF4-FFF2-40B4-BE49-F238E27FC236}">
                <a16:creationId xmlns:a16="http://schemas.microsoft.com/office/drawing/2014/main" id="{874AA447-38F9-2E1A-9A3B-39CE5BFF5D34}"/>
              </a:ext>
            </a:extLst>
          </p:cNvPr>
          <p:cNvSpPr>
            <a:spLocks noGrp="1"/>
          </p:cNvSpPr>
          <p:nvPr>
            <p:ph type="body" sz="quarter" idx="15"/>
          </p:nvPr>
        </p:nvSpPr>
        <p:spPr>
          <a:xfrm>
            <a:off x="403249" y="2190455"/>
            <a:ext cx="6357978" cy="2621885"/>
          </a:xfrm>
        </p:spPr>
        <p:txBody>
          <a:bodyPr>
            <a:normAutofit/>
          </a:bodyPr>
          <a:lstStyle/>
          <a:p>
            <a:pPr marL="0" marR="0" lvl="0" indent="0" algn="l" defTabSz="914400" rtl="0" eaLnBrk="1" fontAlgn="auto" latinLnBrk="0" hangingPunct="1">
              <a:lnSpc>
                <a:spcPct val="125000"/>
              </a:lnSpc>
              <a:spcBef>
                <a:spcPts val="1000"/>
              </a:spcBef>
              <a:spcAft>
                <a:spcPts val="0"/>
              </a:spcAft>
              <a:buClrTx/>
              <a:buSzTx/>
              <a:buFont typeface="Arial" panose="020B0604020202020204" pitchFamily="34" charset="0"/>
              <a:buNone/>
              <a:tabLst/>
              <a:defRPr/>
            </a:pPr>
            <a:r>
              <a:rPr kumimoji="0" lang="en-US" sz="1800" b="0" i="0" u="none" strike="noStrike" kern="1200" cap="none" spc="100" normalizeH="0" baseline="0" noProof="0" dirty="0">
                <a:ln>
                  <a:noFill/>
                </a:ln>
                <a:solidFill>
                  <a:srgbClr val="F9C2FB"/>
                </a:solidFill>
                <a:effectLst/>
                <a:uLnTx/>
                <a:uFillTx/>
                <a:latin typeface="Bierstadt"/>
                <a:ea typeface="+mn-ea"/>
                <a:cs typeface="+mn-cs"/>
              </a:rPr>
              <a:t>Certain limitations have been shown, such as the constraints of its single-threaded architecture and potential performance issues when handling CPU-intensive operations. Challenges such as ‘callback hell’ and occasional library compatibility issues were also noted as potential drawbacks that may complicate development and maintenance. </a:t>
            </a:r>
          </a:p>
        </p:txBody>
      </p:sp>
    </p:spTree>
    <p:extLst>
      <p:ext uri="{BB962C8B-B14F-4D97-AF65-F5344CB8AC3E}">
        <p14:creationId xmlns:p14="http://schemas.microsoft.com/office/powerpoint/2010/main" val="270986683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fade">
                                      <p:cBhvr>
                                        <p:cTn id="7" dur="1000"/>
                                        <p:tgtEl>
                                          <p:spTgt spid="12">
                                            <p:txEl>
                                              <p:pRg st="0" end="0"/>
                                            </p:txEl>
                                          </p:spTgt>
                                        </p:tgtEl>
                                      </p:cBhvr>
                                    </p:animEffect>
                                    <p:anim calcmode="lin" valueType="num">
                                      <p:cBhvr>
                                        <p:cTn id="8" dur="1000" fill="hold"/>
                                        <p:tgtEl>
                                          <p:spTgt spid="1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C64448-58B4-E02F-21C1-FD70F8328634}"/>
            </a:ext>
          </a:extLst>
        </p:cNvPr>
        <p:cNvGrpSpPr/>
        <p:nvPr/>
      </p:nvGrpSpPr>
      <p:grpSpPr>
        <a:xfrm>
          <a:off x="0" y="0"/>
          <a:ext cx="0" cy="0"/>
          <a:chOff x="0" y="0"/>
          <a:chExt cx="0" cy="0"/>
        </a:xfrm>
      </p:grpSpPr>
      <p:pic>
        <p:nvPicPr>
          <p:cNvPr id="77" name="Picture Placeholder 76">
            <a:extLst>
              <a:ext uri="{FF2B5EF4-FFF2-40B4-BE49-F238E27FC236}">
                <a16:creationId xmlns:a16="http://schemas.microsoft.com/office/drawing/2014/main" id="{46221591-53D8-C9ED-B8B6-2479755798B3}"/>
              </a:ext>
            </a:extLst>
          </p:cNvPr>
          <p:cNvPicPr>
            <a:picLocks noGrp="1" noChangeAspect="1"/>
          </p:cNvPicPr>
          <p:nvPr>
            <p:ph type="pic" sz="quarter" idx="13"/>
          </p:nvPr>
        </p:nvPicPr>
        <p:blipFill>
          <a:blip r:embed="rId2"/>
          <a:srcRect l="20551" r="11887" b="-1"/>
          <a:stretch>
            <a:fillRect/>
          </a:stretch>
        </p:blipFill>
        <p:spPr>
          <a:xfrm flipH="1">
            <a:off x="-729035" y="882177"/>
            <a:ext cx="6825035" cy="5379395"/>
          </a:xfrm>
          <a:noFill/>
          <a:effectLst>
            <a:softEdge rad="1270000"/>
          </a:effectLst>
        </p:spPr>
      </p:pic>
      <p:sp>
        <p:nvSpPr>
          <p:cNvPr id="22" name="Title 21">
            <a:extLst>
              <a:ext uri="{FF2B5EF4-FFF2-40B4-BE49-F238E27FC236}">
                <a16:creationId xmlns:a16="http://schemas.microsoft.com/office/drawing/2014/main" id="{146BA5AF-912F-7E79-C245-623E4AC28A0F}"/>
              </a:ext>
            </a:extLst>
          </p:cNvPr>
          <p:cNvSpPr>
            <a:spLocks noGrp="1"/>
          </p:cNvSpPr>
          <p:nvPr>
            <p:ph type="title"/>
          </p:nvPr>
        </p:nvSpPr>
        <p:spPr>
          <a:xfrm>
            <a:off x="4394329" y="1279139"/>
            <a:ext cx="7729979" cy="4299721"/>
          </a:xfrm>
          <a:solidFill>
            <a:srgbClr val="A5007A"/>
          </a:solidFill>
          <a:effectLst>
            <a:softEdge rad="254000"/>
          </a:effectLst>
        </p:spPr>
        <p:txBody>
          <a:bodyPr/>
          <a:lstStyle/>
          <a:p>
            <a:r>
              <a:rPr lang="en-US" sz="2000" dirty="0">
                <a:ln w="19050">
                  <a:solidFill>
                    <a:srgbClr val="F9C2FB"/>
                  </a:solidFill>
                </a:ln>
                <a:latin typeface="Posterama Bold"/>
              </a:rPr>
              <a:t>Finally…</a:t>
            </a:r>
            <a:endParaRPr lang="en-US" sz="3200" dirty="0">
              <a:ln w="19050">
                <a:solidFill>
                  <a:srgbClr val="F9C2FB"/>
                </a:solidFill>
              </a:ln>
            </a:endParaRPr>
          </a:p>
        </p:txBody>
      </p:sp>
      <p:sp>
        <p:nvSpPr>
          <p:cNvPr id="17" name="Text Placeholder 16">
            <a:extLst>
              <a:ext uri="{FF2B5EF4-FFF2-40B4-BE49-F238E27FC236}">
                <a16:creationId xmlns:a16="http://schemas.microsoft.com/office/drawing/2014/main" id="{8123CBC5-0A50-1D63-0DFD-4D84081E4BF1}"/>
              </a:ext>
            </a:extLst>
          </p:cNvPr>
          <p:cNvSpPr>
            <a:spLocks noGrp="1"/>
          </p:cNvSpPr>
          <p:nvPr>
            <p:ph type="body" sz="quarter" idx="15"/>
          </p:nvPr>
        </p:nvSpPr>
        <p:spPr>
          <a:xfrm>
            <a:off x="4974589" y="2260931"/>
            <a:ext cx="6357978" cy="2621885"/>
          </a:xfrm>
        </p:spPr>
        <p:txBody>
          <a:bodyPr>
            <a:normAutofit fontScale="92500" lnSpcReduction="20000"/>
          </a:bodyPr>
          <a:lstStyle/>
          <a:p>
            <a:pPr marL="0" marR="0" lvl="0" indent="0" algn="l" defTabSz="914400" rtl="0" eaLnBrk="1" fontAlgn="auto" latinLnBrk="0" hangingPunct="1">
              <a:lnSpc>
                <a:spcPct val="125000"/>
              </a:lnSpc>
              <a:spcBef>
                <a:spcPts val="1000"/>
              </a:spcBef>
              <a:spcAft>
                <a:spcPts val="0"/>
              </a:spcAft>
              <a:buClrTx/>
              <a:buSzTx/>
              <a:buFont typeface="Arial" panose="020B0604020202020204" pitchFamily="34" charset="0"/>
              <a:buNone/>
              <a:tabLst/>
              <a:defRPr/>
            </a:pPr>
            <a:r>
              <a:rPr kumimoji="0" lang="en-US" sz="1800" b="0" i="0" u="none" strike="noStrike" kern="1200" cap="none" spc="100" normalizeH="0" baseline="0" noProof="0" dirty="0">
                <a:ln>
                  <a:noFill/>
                </a:ln>
                <a:solidFill>
                  <a:srgbClr val="F9C2FB"/>
                </a:solidFill>
                <a:effectLst/>
                <a:uLnTx/>
                <a:uFillTx/>
                <a:latin typeface="Bierstadt"/>
                <a:ea typeface="+mn-ea"/>
                <a:cs typeface="+mn-cs"/>
              </a:rPr>
              <a:t>Overall, despite these minor limitations, I believe Node.js has made a mostly positive impact on the software development industry. Its efficiency, scalability, and strong community support have established it as one of the most valuable tools for developing fast, modern, and reliable web applications. I believe the innovation introduced by Ryan Dahl will continue to shape the future of full-stack JavaScript development and inspire ongoing improvements in server-side technologies.  </a:t>
            </a:r>
          </a:p>
        </p:txBody>
      </p:sp>
      <p:pic>
        <p:nvPicPr>
          <p:cNvPr id="3" name="Picture 2">
            <a:extLst>
              <a:ext uri="{FF2B5EF4-FFF2-40B4-BE49-F238E27FC236}">
                <a16:creationId xmlns:a16="http://schemas.microsoft.com/office/drawing/2014/main" id="{BFA350F8-3E5A-2407-2467-B026949CB0A5}"/>
              </a:ext>
            </a:extLst>
          </p:cNvPr>
          <p:cNvPicPr>
            <a:picLocks noChangeAspect="1"/>
          </p:cNvPicPr>
          <p:nvPr/>
        </p:nvPicPr>
        <p:blipFill>
          <a:blip r:embed="rId3"/>
          <a:stretch>
            <a:fillRect/>
          </a:stretch>
        </p:blipFill>
        <p:spPr>
          <a:xfrm>
            <a:off x="838800" y="6357600"/>
            <a:ext cx="2743438" cy="365792"/>
          </a:xfrm>
          <a:prstGeom prst="rect">
            <a:avLst/>
          </a:prstGeom>
        </p:spPr>
      </p:pic>
      <p:pic>
        <p:nvPicPr>
          <p:cNvPr id="4" name="Picture 3">
            <a:extLst>
              <a:ext uri="{FF2B5EF4-FFF2-40B4-BE49-F238E27FC236}">
                <a16:creationId xmlns:a16="http://schemas.microsoft.com/office/drawing/2014/main" id="{7383B06C-C238-C130-37AD-17D561CEC3C1}"/>
              </a:ext>
            </a:extLst>
          </p:cNvPr>
          <p:cNvPicPr>
            <a:picLocks noChangeAspect="1"/>
          </p:cNvPicPr>
          <p:nvPr/>
        </p:nvPicPr>
        <p:blipFill>
          <a:blip r:embed="rId4"/>
          <a:stretch>
            <a:fillRect/>
          </a:stretch>
        </p:blipFill>
        <p:spPr>
          <a:xfrm>
            <a:off x="4038421" y="6357600"/>
            <a:ext cx="4115157" cy="365792"/>
          </a:xfrm>
          <a:prstGeom prst="rect">
            <a:avLst/>
          </a:prstGeom>
        </p:spPr>
      </p:pic>
      <p:sp>
        <p:nvSpPr>
          <p:cNvPr id="6" name="TextBox 5">
            <a:extLst>
              <a:ext uri="{FF2B5EF4-FFF2-40B4-BE49-F238E27FC236}">
                <a16:creationId xmlns:a16="http://schemas.microsoft.com/office/drawing/2014/main" id="{EB2FC73D-CD26-6D60-90FC-45DECC36879E}"/>
              </a:ext>
            </a:extLst>
          </p:cNvPr>
          <p:cNvSpPr txBox="1"/>
          <p:nvPr/>
        </p:nvSpPr>
        <p:spPr>
          <a:xfrm>
            <a:off x="11160000" y="6357600"/>
            <a:ext cx="308098" cy="246221"/>
          </a:xfrm>
          <a:prstGeom prst="rect">
            <a:avLst/>
          </a:prstGeom>
          <a:noFill/>
        </p:spPr>
        <p:txBody>
          <a:bodyPr wrap="none" rtlCol="0">
            <a:spAutoFit/>
          </a:bodyPr>
          <a:lstStyle/>
          <a:p>
            <a:r>
              <a:rPr lang="en-IE" sz="1000" dirty="0">
                <a:solidFill>
                  <a:schemeClr val="bg1"/>
                </a:solidFill>
                <a:latin typeface="Posterama" panose="020B0504020200020000" pitchFamily="34" charset="0"/>
                <a:cs typeface="Posterama" panose="020B0504020200020000" pitchFamily="34" charset="0"/>
              </a:rPr>
              <a:t>15</a:t>
            </a:r>
          </a:p>
        </p:txBody>
      </p:sp>
    </p:spTree>
    <p:extLst>
      <p:ext uri="{BB962C8B-B14F-4D97-AF65-F5344CB8AC3E}">
        <p14:creationId xmlns:p14="http://schemas.microsoft.com/office/powerpoint/2010/main" val="171394140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fade">
                                      <p:cBhvr>
                                        <p:cTn id="7" dur="1000"/>
                                        <p:tgtEl>
                                          <p:spTgt spid="17">
                                            <p:txEl>
                                              <p:pRg st="0" end="0"/>
                                            </p:txEl>
                                          </p:spTgt>
                                        </p:tgtEl>
                                      </p:cBhvr>
                                    </p:animEffect>
                                    <p:anim calcmode="lin" valueType="num">
                                      <p:cBhvr>
                                        <p:cTn id="8" dur="1000" fill="hold"/>
                                        <p:tgtEl>
                                          <p:spTgt spid="1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6FA2E-8ED7-1C7D-9268-67DB6ECF0C15}"/>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438F93D0-10FF-C312-C67A-469714C2647E}"/>
              </a:ext>
            </a:extLst>
          </p:cNvPr>
          <p:cNvSpPr>
            <a:spLocks noGrp="1"/>
          </p:cNvSpPr>
          <p:nvPr>
            <p:ph type="dt" sz="half" idx="10"/>
          </p:nvPr>
        </p:nvSpPr>
        <p:spPr>
          <a:xfrm>
            <a:off x="838200" y="6356350"/>
            <a:ext cx="2743200" cy="365125"/>
          </a:xfrm>
        </p:spPr>
        <p:txBody>
          <a:bodyPr/>
          <a:lstStyle/>
          <a:p>
            <a:r>
              <a:rPr lang="en-US" dirty="0"/>
              <a:t>10/11/2025</a:t>
            </a:r>
          </a:p>
        </p:txBody>
      </p:sp>
      <p:sp>
        <p:nvSpPr>
          <p:cNvPr id="4" name="Footer Placeholder 3">
            <a:extLst>
              <a:ext uri="{FF2B5EF4-FFF2-40B4-BE49-F238E27FC236}">
                <a16:creationId xmlns:a16="http://schemas.microsoft.com/office/drawing/2014/main" id="{BF9721E0-A546-D7EF-80E5-AC11AA40D158}"/>
              </a:ext>
            </a:extLst>
          </p:cNvPr>
          <p:cNvSpPr>
            <a:spLocks noGrp="1"/>
          </p:cNvSpPr>
          <p:nvPr>
            <p:ph type="ftr" sz="quarter" idx="11"/>
          </p:nvPr>
        </p:nvSpPr>
        <p:spPr>
          <a:xfrm>
            <a:off x="4038600" y="6356350"/>
            <a:ext cx="4114800" cy="365125"/>
          </a:xfrm>
        </p:spPr>
        <p:txBody>
          <a:bodyPr/>
          <a:lstStyle/>
          <a:p>
            <a:r>
              <a:rPr lang="en-US" dirty="0"/>
              <a:t>Isabelle Lynch</a:t>
            </a:r>
          </a:p>
        </p:txBody>
      </p:sp>
      <p:sp>
        <p:nvSpPr>
          <p:cNvPr id="5" name="Slide Number Placeholder 4">
            <a:extLst>
              <a:ext uri="{FF2B5EF4-FFF2-40B4-BE49-F238E27FC236}">
                <a16:creationId xmlns:a16="http://schemas.microsoft.com/office/drawing/2014/main" id="{BB5FB7D7-C9A3-9D79-C920-3C58EE89EC00}"/>
              </a:ext>
            </a:extLst>
          </p:cNvPr>
          <p:cNvSpPr>
            <a:spLocks noGrp="1"/>
          </p:cNvSpPr>
          <p:nvPr>
            <p:ph type="sldNum" sz="quarter" idx="12"/>
          </p:nvPr>
        </p:nvSpPr>
        <p:spPr>
          <a:xfrm>
            <a:off x="8610600" y="6356350"/>
            <a:ext cx="2743200" cy="365125"/>
          </a:xfrm>
        </p:spPr>
        <p:txBody>
          <a:bodyPr/>
          <a:lstStyle/>
          <a:p>
            <a:fld id="{A402E4C0-AD5E-4E8C-9F21-7CCE474BDCEB}" type="slidenum">
              <a:rPr lang="en-US" smtClean="0"/>
              <a:pPr/>
              <a:t>16</a:t>
            </a:fld>
            <a:endParaRPr lang="en-US" dirty="0"/>
          </a:p>
        </p:txBody>
      </p:sp>
      <p:sp>
        <p:nvSpPr>
          <p:cNvPr id="2" name="Title 21">
            <a:extLst>
              <a:ext uri="{FF2B5EF4-FFF2-40B4-BE49-F238E27FC236}">
                <a16:creationId xmlns:a16="http://schemas.microsoft.com/office/drawing/2014/main" id="{74CB8D9D-A9E7-D018-059E-B3C937EABC5C}"/>
              </a:ext>
            </a:extLst>
          </p:cNvPr>
          <p:cNvSpPr>
            <a:spLocks noGrp="1"/>
          </p:cNvSpPr>
          <p:nvPr>
            <p:ph type="title"/>
          </p:nvPr>
        </p:nvSpPr>
        <p:spPr>
          <a:xfrm>
            <a:off x="3161489" y="2219365"/>
            <a:ext cx="5869021" cy="2419269"/>
          </a:xfrm>
          <a:noFill/>
          <a:effectLst>
            <a:softEdge rad="254000"/>
          </a:effectLst>
        </p:spPr>
        <p:txBody>
          <a:bodyPr>
            <a:normAutofit/>
          </a:bodyPr>
          <a:lstStyle/>
          <a:p>
            <a:pPr algn="ctr"/>
            <a:r>
              <a:rPr lang="en-US" sz="3600" dirty="0">
                <a:ln w="19050">
                  <a:solidFill>
                    <a:srgbClr val="A5007A"/>
                  </a:solidFill>
                </a:ln>
                <a:solidFill>
                  <a:srgbClr val="F9C2FB"/>
                </a:solidFill>
              </a:rPr>
              <a:t>Thank you,</a:t>
            </a:r>
            <a:br>
              <a:rPr lang="en-US" dirty="0">
                <a:ln w="19050">
                  <a:solidFill>
                    <a:srgbClr val="A5007A"/>
                  </a:solidFill>
                </a:ln>
                <a:solidFill>
                  <a:srgbClr val="F9C2FB"/>
                </a:solidFill>
              </a:rPr>
            </a:br>
            <a:r>
              <a:rPr lang="en-US" sz="2000" dirty="0">
                <a:ln w="19050">
                  <a:solidFill>
                    <a:srgbClr val="A5007A"/>
                  </a:solidFill>
                </a:ln>
                <a:solidFill>
                  <a:srgbClr val="F9C2FB"/>
                </a:solidFill>
              </a:rPr>
              <a:t>for your attention</a:t>
            </a:r>
            <a:br>
              <a:rPr lang="en-US" sz="2000" dirty="0">
                <a:ln w="19050">
                  <a:solidFill>
                    <a:srgbClr val="A5007A"/>
                  </a:solidFill>
                </a:ln>
                <a:solidFill>
                  <a:srgbClr val="F9C2FB"/>
                </a:solidFill>
              </a:rPr>
            </a:br>
            <a:r>
              <a:rPr lang="en-US" sz="2000" dirty="0">
                <a:ln w="19050">
                  <a:solidFill>
                    <a:srgbClr val="A5007A"/>
                  </a:solidFill>
                </a:ln>
                <a:solidFill>
                  <a:srgbClr val="F9C2FB"/>
                </a:solidFill>
              </a:rPr>
              <a:t>Any Questions, feel free to ask and I will try my best to answer them.</a:t>
            </a:r>
          </a:p>
        </p:txBody>
      </p:sp>
    </p:spTree>
    <p:extLst>
      <p:ext uri="{BB962C8B-B14F-4D97-AF65-F5344CB8AC3E}">
        <p14:creationId xmlns:p14="http://schemas.microsoft.com/office/powerpoint/2010/main" val="346769227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p15:prstTrans prst="curtains"/>
      </p:transition>
    </mc:Choice>
    <mc:Fallback>
      <p:transition spd="slow">
        <p:fade/>
      </p:transition>
    </mc:Fallback>
  </mc:AlternateContent>
</p:sld>
</file>

<file path=ppt/theme/theme1.xml><?xml version="1.0" encoding="utf-8"?>
<a:theme xmlns:a="http://schemas.openxmlformats.org/drawingml/2006/main" name="Office Theme">
  <a:themeElements>
    <a:clrScheme name="Custom 24">
      <a:dk1>
        <a:sysClr val="windowText" lastClr="000000"/>
      </a:dk1>
      <a:lt1>
        <a:sysClr val="window" lastClr="FFFFFF"/>
      </a:lt1>
      <a:dk2>
        <a:srgbClr val="44546A"/>
      </a:dk2>
      <a:lt2>
        <a:srgbClr val="E7E6E6"/>
      </a:lt2>
      <a:accent1>
        <a:srgbClr val="7A1380"/>
      </a:accent1>
      <a:accent2>
        <a:srgbClr val="0C1A69"/>
      </a:accent2>
      <a:accent3>
        <a:srgbClr val="F4292E"/>
      </a:accent3>
      <a:accent4>
        <a:srgbClr val="FD49C1"/>
      </a:accent4>
      <a:accent5>
        <a:srgbClr val="15C7C7"/>
      </a:accent5>
      <a:accent6>
        <a:srgbClr val="02DCFA"/>
      </a:accent6>
      <a:hlink>
        <a:srgbClr val="0563C1"/>
      </a:hlink>
      <a:folHlink>
        <a:srgbClr val="954F72"/>
      </a:folHlink>
    </a:clrScheme>
    <a:fontScheme name="Custom 31">
      <a:majorFont>
        <a:latin typeface="Posterama Bold"/>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ch Pitch Deck_TM33781529_Win32_JC_v3" id="{862F7C05-3205-4562-AA5F-868BCB6856F9}" vid="{97BBE2DD-0E32-4C1B-8BB2-0414672F316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2" ma:contentTypeDescription="Create a new document." ma:contentTypeScope="" ma:versionID="5a5774fd28510f591f3d0476b60c796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656ce980f6f53fc96333c5ee30c32b6"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BE89A24D-CD69-45A4-AC93-53B8115AA413}">
  <ds:schemaRefs>
    <ds:schemaRef ds:uri="http://schemas.microsoft.com/sharepoint/v3/contenttype/forms"/>
  </ds:schemaRefs>
</ds:datastoreItem>
</file>

<file path=customXml/itemProps2.xml><?xml version="1.0" encoding="utf-8"?>
<ds:datastoreItem xmlns:ds="http://schemas.openxmlformats.org/officeDocument/2006/customXml" ds:itemID="{40BF0F94-36C0-430F-8DDE-AF914AC0C00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1D2FAC4-C1D8-4FBC-AFD8-786609711A54}">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Tech pitch deck</Template>
  <TotalTime>320</TotalTime>
  <Words>1156</Words>
  <Application>Microsoft Office PowerPoint</Application>
  <PresentationFormat>Widescreen</PresentationFormat>
  <Paragraphs>110</Paragraphs>
  <Slides>16</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Bierstadt</vt:lpstr>
      <vt:lpstr>Calibri</vt:lpstr>
      <vt:lpstr>Courier New</vt:lpstr>
      <vt:lpstr>Posterama</vt:lpstr>
      <vt:lpstr>Posterama Bold</vt:lpstr>
      <vt:lpstr>Office Theme</vt:lpstr>
      <vt:lpstr>Node.js</vt:lpstr>
      <vt:lpstr>What is JavaScript?</vt:lpstr>
      <vt:lpstr>What is a JavaScript framework?</vt:lpstr>
      <vt:lpstr>       Node.js  </vt:lpstr>
      <vt:lpstr>features</vt:lpstr>
      <vt:lpstr>features</vt:lpstr>
      <vt:lpstr>  advantages</vt:lpstr>
      <vt:lpstr>  disadvantages</vt:lpstr>
      <vt:lpstr>What can node.js do?</vt:lpstr>
      <vt:lpstr>Sample code</vt:lpstr>
      <vt:lpstr>Sample code</vt:lpstr>
      <vt:lpstr>Sample code</vt:lpstr>
      <vt:lpstr>What can we conclude?</vt:lpstr>
      <vt:lpstr>PowerPoint Presentation</vt:lpstr>
      <vt:lpstr>Finally…</vt:lpstr>
      <vt:lpstr>Thank you, for your attention Any Questions, feel free to ask and I will try my best to answer them.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Student Isabelle Lynch (TL_KCOMP_B_Y2)</dc:creator>
  <cp:lastModifiedBy>Student Isabelle Lynch (TL_KCOMP_B_Y2)</cp:lastModifiedBy>
  <cp:revision>4</cp:revision>
  <dcterms:created xsi:type="dcterms:W3CDTF">2025-11-01T12:46:08Z</dcterms:created>
  <dcterms:modified xsi:type="dcterms:W3CDTF">2025-11-06T11:52:42Z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